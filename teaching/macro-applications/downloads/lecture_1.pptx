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69fbec49384961" /><Relationship Type="http://schemas.openxmlformats.org/officeDocument/2006/relationships/extended-properties" Target="/docProps/app.xml" Id="R324cbe7dde954065" /><Relationship Type="http://schemas.openxmlformats.org/officeDocument/2006/relationships/officeDocument" Target="/ppt/presentation.xml" Id="R3175128debb4430c" /></Relationships>
</file>

<file path=ppt/presentation.xml><?xml version="1.0" encoding="utf-8"?>
<p:presentation xmlns:p="http://schemas.openxmlformats.org/presentationml/2006/main">
  <p:sldMasterIdLst>
    <p:sldMasterId xmlns:r="http://schemas.openxmlformats.org/officeDocument/2006/relationships" id="2147483648" r:id="R9bb73719931d4e52"/>
  </p:sldMasterIdLst>
  <p:notesMasterIdLst>
    <p:notesMasterId xmlns:r="http://schemas.openxmlformats.org/officeDocument/2006/relationships" r:id="R478860a517a04bfa"/>
  </p:notesMasterIdLst>
  <p:sldIdLst>
    <p:sldId xmlns:r="http://schemas.openxmlformats.org/officeDocument/2006/relationships" id="256" r:id="R9b47d74522624c04"/>
    <p:sldId xmlns:r="http://schemas.openxmlformats.org/officeDocument/2006/relationships" id="257" r:id="R9f44e630f08e4ac9"/>
    <p:sldId xmlns:r="http://schemas.openxmlformats.org/officeDocument/2006/relationships" id="258" r:id="R7a277e2613c5423b"/>
    <p:sldId xmlns:r="http://schemas.openxmlformats.org/officeDocument/2006/relationships" id="259" r:id="Rc2d49a4a11944064"/>
    <p:sldId xmlns:r="http://schemas.openxmlformats.org/officeDocument/2006/relationships" id="260" r:id="R119c38a3c8004b7b"/>
    <p:sldId xmlns:r="http://schemas.openxmlformats.org/officeDocument/2006/relationships" id="261" r:id="R74ccd65d8f424b8b"/>
    <p:sldId xmlns:r="http://schemas.openxmlformats.org/officeDocument/2006/relationships" id="262" r:id="Rbad4d8265c7c47db"/>
    <p:sldId xmlns:r="http://schemas.openxmlformats.org/officeDocument/2006/relationships" id="263" r:id="Rbafc02d20beb452a"/>
    <p:sldId xmlns:r="http://schemas.openxmlformats.org/officeDocument/2006/relationships" id="264" r:id="Rc855416fa3e345f2"/>
    <p:sldId xmlns:r="http://schemas.openxmlformats.org/officeDocument/2006/relationships" id="265" r:id="R02ff4028e9d2450a"/>
    <p:sldId xmlns:r="http://schemas.openxmlformats.org/officeDocument/2006/relationships" id="266" r:id="R712d0931ea3445a2"/>
    <p:sldId xmlns:r="http://schemas.openxmlformats.org/officeDocument/2006/relationships" id="267" r:id="R1a31d52faa944e00"/>
    <p:sldId xmlns:r="http://schemas.openxmlformats.org/officeDocument/2006/relationships" id="268" r:id="R7848820b665a4fa8"/>
    <p:sldId xmlns:r="http://schemas.openxmlformats.org/officeDocument/2006/relationships" id="269" r:id="R810eea8c3f0941d1"/>
    <p:sldId xmlns:r="http://schemas.openxmlformats.org/officeDocument/2006/relationships" id="270" r:id="R1977dd9df94848ea"/>
    <p:sldId xmlns:r="http://schemas.openxmlformats.org/officeDocument/2006/relationships" id="271" r:id="R50304e9c8ac74a68"/>
    <p:sldId xmlns:r="http://schemas.openxmlformats.org/officeDocument/2006/relationships" id="272" r:id="R5ac12d0d9a8d4df1"/>
    <p:sldId xmlns:r="http://schemas.openxmlformats.org/officeDocument/2006/relationships" id="273" r:id="R9b286dabf1a145c5"/>
    <p:sldId xmlns:r="http://schemas.openxmlformats.org/officeDocument/2006/relationships" id="274" r:id="R860f49c411bc42d7"/>
    <p:sldId xmlns:r="http://schemas.openxmlformats.org/officeDocument/2006/relationships" id="275" r:id="R11423fd5445e4c53"/>
    <p:sldId xmlns:r="http://schemas.openxmlformats.org/officeDocument/2006/relationships" id="276" r:id="R11f450e19b8e4f2b"/>
    <p:sldId xmlns:r="http://schemas.openxmlformats.org/officeDocument/2006/relationships" id="277" r:id="Rc214d646004045d9"/>
    <p:sldId xmlns:r="http://schemas.openxmlformats.org/officeDocument/2006/relationships" id="278" r:id="Rafbd3834cd944a04"/>
    <p:sldId xmlns:r="http://schemas.openxmlformats.org/officeDocument/2006/relationships" id="279" r:id="R606e16a7f82e49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b6d76012fa4f3f" /><Relationship Type="http://schemas.openxmlformats.org/officeDocument/2006/relationships/slideMaster" Target="/ppt/slideMasters/slideMaster1.xml" Id="R9bb73719931d4e52" /><Relationship Type="http://schemas.openxmlformats.org/officeDocument/2006/relationships/notesMaster" Target="/ppt/notesMasters/notesMaster1.xml" Id="R478860a517a04bfa" /><Relationship Type="http://schemas.openxmlformats.org/officeDocument/2006/relationships/presProps" Target="/ppt/presProps.xml" Id="R98fcc61e045c4199" /><Relationship Type="http://schemas.openxmlformats.org/officeDocument/2006/relationships/tableStyles" Target="/ppt/tableStyles.xml" Id="R49b38d11acbb4120" /><Relationship Type="http://schemas.openxmlformats.org/officeDocument/2006/relationships/slide" Target="/ppt/slides/slide1.xml" Id="R9b47d74522624c04" /><Relationship Type="http://schemas.openxmlformats.org/officeDocument/2006/relationships/slide" Target="/ppt/slides/slide2.xml" Id="R9f44e630f08e4ac9" /><Relationship Type="http://schemas.openxmlformats.org/officeDocument/2006/relationships/slide" Target="/ppt/slides/slide3.xml" Id="R7a277e2613c5423b" /><Relationship Type="http://schemas.openxmlformats.org/officeDocument/2006/relationships/slide" Target="/ppt/slides/slide4.xml" Id="Rc2d49a4a11944064" /><Relationship Type="http://schemas.openxmlformats.org/officeDocument/2006/relationships/slide" Target="/ppt/slides/slide5.xml" Id="R119c38a3c8004b7b" /><Relationship Type="http://schemas.openxmlformats.org/officeDocument/2006/relationships/slide" Target="/ppt/slides/slide6.xml" Id="R74ccd65d8f424b8b" /><Relationship Type="http://schemas.openxmlformats.org/officeDocument/2006/relationships/slide" Target="/ppt/slides/slide7.xml" Id="Rbad4d8265c7c47db" /><Relationship Type="http://schemas.openxmlformats.org/officeDocument/2006/relationships/slide" Target="/ppt/slides/slide8.xml" Id="Rbafc02d20beb452a" /><Relationship Type="http://schemas.openxmlformats.org/officeDocument/2006/relationships/slide" Target="/ppt/slides/slide9.xml" Id="Rc855416fa3e345f2" /><Relationship Type="http://schemas.openxmlformats.org/officeDocument/2006/relationships/slide" Target="/ppt/slides/slide10.xml" Id="R02ff4028e9d2450a" /><Relationship Type="http://schemas.openxmlformats.org/officeDocument/2006/relationships/slide" Target="/ppt/slides/slide11.xml" Id="R712d0931ea3445a2" /><Relationship Type="http://schemas.openxmlformats.org/officeDocument/2006/relationships/slide" Target="/ppt/slides/slide12.xml" Id="R1a31d52faa944e00" /><Relationship Type="http://schemas.openxmlformats.org/officeDocument/2006/relationships/slide" Target="/ppt/slides/slide13.xml" Id="R7848820b665a4fa8" /><Relationship Type="http://schemas.openxmlformats.org/officeDocument/2006/relationships/slide" Target="/ppt/slides/slide14.xml" Id="R810eea8c3f0941d1" /><Relationship Type="http://schemas.openxmlformats.org/officeDocument/2006/relationships/slide" Target="/ppt/slides/slide15.xml" Id="R1977dd9df94848ea" /><Relationship Type="http://schemas.openxmlformats.org/officeDocument/2006/relationships/slide" Target="/ppt/slides/slide16.xml" Id="R50304e9c8ac74a68" /><Relationship Type="http://schemas.openxmlformats.org/officeDocument/2006/relationships/slide" Target="/ppt/slides/slide17.xml" Id="R5ac12d0d9a8d4df1" /><Relationship Type="http://schemas.openxmlformats.org/officeDocument/2006/relationships/slide" Target="/ppt/slides/slide18.xml" Id="R9b286dabf1a145c5" /><Relationship Type="http://schemas.openxmlformats.org/officeDocument/2006/relationships/slide" Target="/ppt/slides/slide19.xml" Id="R860f49c411bc42d7" /><Relationship Type="http://schemas.openxmlformats.org/officeDocument/2006/relationships/slide" Target="/ppt/slides/slide20.xml" Id="R11423fd5445e4c53" /><Relationship Type="http://schemas.openxmlformats.org/officeDocument/2006/relationships/slide" Target="/ppt/slides/slide21.xml" Id="R11f450e19b8e4f2b" /><Relationship Type="http://schemas.openxmlformats.org/officeDocument/2006/relationships/slide" Target="/ppt/slides/slide22.xml" Id="Rc214d646004045d9" /><Relationship Type="http://schemas.openxmlformats.org/officeDocument/2006/relationships/slide" Target="/ppt/slides/slide23.xml" Id="Rafbd3834cd944a04" /><Relationship Type="http://schemas.openxmlformats.org/officeDocument/2006/relationships/slide" Target="/ppt/slides/slide24.xml" Id="R606e16a7f82e49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d2e78e52e045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5461de9d0e43b9" /><Relationship Type="http://schemas.openxmlformats.org/officeDocument/2006/relationships/notesMaster" Target="/ppt/notesMasters/notesMaster1.xml" Id="R8d70c35fb39840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977ba70fce4005" /><Relationship Type="http://schemas.openxmlformats.org/officeDocument/2006/relationships/notesMaster" Target="/ppt/notesMasters/notesMaster1.xml" Id="R92b64af237604b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d2a99f61394b06" /><Relationship Type="http://schemas.openxmlformats.org/officeDocument/2006/relationships/notesMaster" Target="/ppt/notesMasters/notesMaster1.xml" Id="R85f8e9da9d3f43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8a8ab4fd8a4d94" /><Relationship Type="http://schemas.openxmlformats.org/officeDocument/2006/relationships/notesMaster" Target="/ppt/notesMasters/notesMaster1.xml" Id="R474c78d4470d42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67a76d9f9d4cc0" /><Relationship Type="http://schemas.openxmlformats.org/officeDocument/2006/relationships/notesMaster" Target="/ppt/notesMasters/notesMaster1.xml" Id="R44560a18cc5544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390f6b303e4291" /><Relationship Type="http://schemas.openxmlformats.org/officeDocument/2006/relationships/notesMaster" Target="/ppt/notesMasters/notesMaster1.xml" Id="Rdb7f1760b75142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e1baa980534b7c" /><Relationship Type="http://schemas.openxmlformats.org/officeDocument/2006/relationships/notesMaster" Target="/ppt/notesMasters/notesMaster1.xml" Id="R25793838c8e742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4d9c2e71a54801" /><Relationship Type="http://schemas.openxmlformats.org/officeDocument/2006/relationships/notesMaster" Target="/ppt/notesMasters/notesMaster1.xml" Id="Rf3df1648847b4f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f1f288f1a4ad2" /><Relationship Type="http://schemas.openxmlformats.org/officeDocument/2006/relationships/notesMaster" Target="/ppt/notesMasters/notesMaster1.xml" Id="Rcaa893d9acaa47f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6a6e8e7b29645c1" /><Relationship Type="http://schemas.openxmlformats.org/officeDocument/2006/relationships/notesMaster" Target="/ppt/notesMasters/notesMaster1.xml" Id="Rd0dd74ab91fb48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d5c54b9ab74c38" /><Relationship Type="http://schemas.openxmlformats.org/officeDocument/2006/relationships/notesMaster" Target="/ppt/notesMasters/notesMaster1.xml" Id="Reb1f63949f1c426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6addc17b254a59" /><Relationship Type="http://schemas.openxmlformats.org/officeDocument/2006/relationships/notesMaster" Target="/ppt/notesMasters/notesMaster1.xml" Id="Ra8a1e48166c44f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d465fe787b7421e" /><Relationship Type="http://schemas.openxmlformats.org/officeDocument/2006/relationships/notesMaster" Target="/ppt/notesMasters/notesMaster1.xml" Id="R5073ebd537a544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26996348084c97" /><Relationship Type="http://schemas.openxmlformats.org/officeDocument/2006/relationships/notesMaster" Target="/ppt/notesMasters/notesMaster1.xml" Id="R9c7206f92e054f5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901ed6768994821" /><Relationship Type="http://schemas.openxmlformats.org/officeDocument/2006/relationships/notesMaster" Target="/ppt/notesMasters/notesMaster1.xml" Id="R1abe789e0e7749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73109d7dbf4f46" /><Relationship Type="http://schemas.openxmlformats.org/officeDocument/2006/relationships/notesMaster" Target="/ppt/notesMasters/notesMaster1.xml" Id="R03c3896c95fd4ca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7b3afebdfb4b04" /><Relationship Type="http://schemas.openxmlformats.org/officeDocument/2006/relationships/notesMaster" Target="/ppt/notesMasters/notesMaster1.xml" Id="R9aea21ca2dc24e2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a9c8aa21da4877" /><Relationship Type="http://schemas.openxmlformats.org/officeDocument/2006/relationships/notesMaster" Target="/ppt/notesMasters/notesMaster1.xml" Id="R9731499cd1fb4c0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106d22e94644e58" /><Relationship Type="http://schemas.openxmlformats.org/officeDocument/2006/relationships/notesMaster" Target="/ppt/notesMasters/notesMaster1.xml" Id="Rdd2b355f80e842e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7312a9a7f354f24" /><Relationship Type="http://schemas.openxmlformats.org/officeDocument/2006/relationships/notesMaster" Target="/ppt/notesMasters/notesMaster1.xml" Id="R549516498f2e4c0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d1e1624d3014769" /><Relationship Type="http://schemas.openxmlformats.org/officeDocument/2006/relationships/notesMaster" Target="/ppt/notesMasters/notesMaster1.xml" Id="R1217037735df41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9070cb6bf445d0" /><Relationship Type="http://schemas.openxmlformats.org/officeDocument/2006/relationships/notesMaster" Target="/ppt/notesMasters/notesMaster1.xml" Id="R5e758119b3bf467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79100d4672641d9" /><Relationship Type="http://schemas.openxmlformats.org/officeDocument/2006/relationships/notesMaster" Target="/ppt/notesMasters/notesMaster1.xml" Id="R8ccedeae21c7473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3691fb80324593" /><Relationship Type="http://schemas.openxmlformats.org/officeDocument/2006/relationships/notesMaster" Target="/ppt/notesMasters/notesMaster1.xml" Id="Rd411b7b9a06d48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EU: European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GDP: Gross domestic product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NATO: North Atlantic Treaty Organization</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OEEC: Organisation for European Economic Co-operation</a:t>
            </a:r>
          </a:p>
          <a:p xmlns:a="http://schemas.openxmlformats.org/drawingml/2006/main">
            <a:r>
              <a:t>OECD: Organisation for Economic Co-operation and Development</a:t>
            </a:r>
          </a:p>
          <a:p xmlns:a="http://schemas.openxmlformats.org/drawingml/2006/main">
            <a:r>
              <a:t>EPU: European Payments Union</a:t>
            </a:r>
          </a:p>
          <a:p xmlns:a="http://schemas.openxmlformats.org/drawingml/2006/main">
            <a:r>
              <a:t>GDP: Gross domestic product</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OEEC: Organisation for European Economic Co-operation</a:t>
            </a:r>
          </a:p>
          <a:p xmlns:a="http://schemas.openxmlformats.org/drawingml/2006/main">
            <a:r>
              <a:t>EFTA: European Free Trade Association</a:t>
            </a:r>
          </a:p>
          <a:p xmlns:a="http://schemas.openxmlformats.org/drawingml/2006/main">
            <a:r>
              <a:t>ECSC: European Coal and Steel Community</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 “The abolition, as between Member States, of obstacles to freedom of movement for persons, services and capital” .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EEC: European Economic Community</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EEC: European Economic Community</a:t>
            </a:r>
          </a:p>
          <a:p xmlns:a="http://schemas.openxmlformats.org/drawingml/2006/main">
            <a:r>
              <a:t>GDP: Gross domestic product</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VAT: Value added tax</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EU12: European Union of twelve member states</a:t>
            </a:r>
          </a:p>
          <a:p xmlns:a="http://schemas.openxmlformats.org/drawingml/2006/main">
            <a:r>
              <a:t>EU: European Union</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We will examine the formation and completion of the customs union in Europe: the welfare effects of eliminating tariff and non-tariff barriers.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 Essential reading Baldwin and Wyplosz, The Economics of European Integration , Chapter 1 (any edition) . The Talis reading list links to the 2022 seventh edition online. Additional references See Talis on Blackboard. The most important event of the 20th century? Contact 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478fb2dcb548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73aa623dc3491f" /><Relationship Type="http://schemas.openxmlformats.org/officeDocument/2006/relationships/slideLayout" Target="/ppt/slideLayouts/slideLayout1.xml" Id="Rf933a6e7395547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33a6e7395547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168b5ef8cc474e" /><Relationship Type="http://schemas.openxmlformats.org/officeDocument/2006/relationships/image" Target="/ppt/media/image.png" Id="Rbeb04a045fc74857" /><Relationship Type="http://schemas.openxmlformats.org/officeDocument/2006/relationships/notesSlide" Target="/ppt/notesSlides/notesSlide1.xml" Id="R7c3c530434384f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11552a0dfd41dc" /><Relationship Type="http://schemas.openxmlformats.org/officeDocument/2006/relationships/image" Target="/ppt/media/image2.png" Id="R8dd23b5c5fa3425a" /><Relationship Type="http://schemas.openxmlformats.org/officeDocument/2006/relationships/notesSlide" Target="/ppt/notesSlides/notesSlide2.xml" Id="R9ed3a34289a946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d2037252ac4b6f" /><Relationship Type="http://schemas.openxmlformats.org/officeDocument/2006/relationships/image" Target="/ppt/media/image3.png" Id="R824e28836364403b" /><Relationship Type="http://schemas.openxmlformats.org/officeDocument/2006/relationships/notesSlide" Target="/ppt/notesSlides/notesSlide3.xml" Id="R7cf4c90b0fc644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9bf52ae87794b44" /><Relationship Type="http://schemas.openxmlformats.org/officeDocument/2006/relationships/image" Target="/ppt/media/image4.png" Id="Raea038ff9b58489e" /><Relationship Type="http://schemas.openxmlformats.org/officeDocument/2006/relationships/notesSlide" Target="/ppt/notesSlides/notesSlide4.xml" Id="Redf8e558296d48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c8cc4d47184d46" /><Relationship Type="http://schemas.openxmlformats.org/officeDocument/2006/relationships/image" Target="/ppt/media/image5.png" Id="Rfaf036f218584f95" /><Relationship Type="http://schemas.openxmlformats.org/officeDocument/2006/relationships/notesSlide" Target="/ppt/notesSlides/notesSlide5.xml" Id="Rcfc9d3b5534745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5fa9ce6edb43c9" /><Relationship Type="http://schemas.openxmlformats.org/officeDocument/2006/relationships/image" Target="/ppt/media/image6.png" Id="Ra8b989323f234a00" /><Relationship Type="http://schemas.openxmlformats.org/officeDocument/2006/relationships/notesSlide" Target="/ppt/notesSlides/notesSlide6.xml" Id="R047016befcf045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adf4673dc9845f5" /><Relationship Type="http://schemas.openxmlformats.org/officeDocument/2006/relationships/image" Target="/ppt/media/image7.png" Id="R328c423b26e04eed" /><Relationship Type="http://schemas.openxmlformats.org/officeDocument/2006/relationships/notesSlide" Target="/ppt/notesSlides/notesSlide7.xml" Id="R1576e27549b742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22665a40fe4c9b" /><Relationship Type="http://schemas.openxmlformats.org/officeDocument/2006/relationships/image" Target="/ppt/media/image8.png" Id="Re7e280285c2244df" /><Relationship Type="http://schemas.openxmlformats.org/officeDocument/2006/relationships/notesSlide" Target="/ppt/notesSlides/notesSlide8.xml" Id="R3729c0970b1241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aa54737a02c4bc5" /><Relationship Type="http://schemas.openxmlformats.org/officeDocument/2006/relationships/image" Target="/ppt/media/image9.png" Id="R775cf094852d44c3" /><Relationship Type="http://schemas.openxmlformats.org/officeDocument/2006/relationships/notesSlide" Target="/ppt/notesSlides/notesSlide9.xml" Id="R970cbc5a86844b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52dc8c121a045a0" /><Relationship Type="http://schemas.openxmlformats.org/officeDocument/2006/relationships/image" Target="/ppt/media/image10.png" Id="R8f3b3cf175eb4586" /><Relationship Type="http://schemas.openxmlformats.org/officeDocument/2006/relationships/notesSlide" Target="/ppt/notesSlides/notesSlide10.xml" Id="R29abfdfef7eb41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b6ae240568f45c4" /><Relationship Type="http://schemas.openxmlformats.org/officeDocument/2006/relationships/image" Target="/ppt/media/image11.png" Id="Rab518a72e44d4736" /><Relationship Type="http://schemas.openxmlformats.org/officeDocument/2006/relationships/notesSlide" Target="/ppt/notesSlides/notesSlide11.xml" Id="R2f8e69bdd33644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fdaf97faa544404" /><Relationship Type="http://schemas.openxmlformats.org/officeDocument/2006/relationships/image" Target="/ppt/media/image12.png" Id="R5f4f5b2775374d17" /><Relationship Type="http://schemas.openxmlformats.org/officeDocument/2006/relationships/notesSlide" Target="/ppt/notesSlides/notesSlide12.xml" Id="R314fd7e3af834b5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9958c25ac234b1b" /><Relationship Type="http://schemas.openxmlformats.org/officeDocument/2006/relationships/image" Target="/ppt/media/image13.png" Id="Rcdd5083b49f34d2c" /><Relationship Type="http://schemas.openxmlformats.org/officeDocument/2006/relationships/notesSlide" Target="/ppt/notesSlides/notesSlide13.xml" Id="R71f7f09e93fd41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7d39a339dc24f3e" /><Relationship Type="http://schemas.openxmlformats.org/officeDocument/2006/relationships/image" Target="/ppt/media/image14.png" Id="R8a5a7dedce0944b9" /><Relationship Type="http://schemas.openxmlformats.org/officeDocument/2006/relationships/notesSlide" Target="/ppt/notesSlides/notesSlide14.xml" Id="R9b74e98a70bd467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c8f046999164723" /><Relationship Type="http://schemas.openxmlformats.org/officeDocument/2006/relationships/image" Target="/ppt/media/image15.png" Id="R95503d06d458443b" /><Relationship Type="http://schemas.openxmlformats.org/officeDocument/2006/relationships/notesSlide" Target="/ppt/notesSlides/notesSlide15.xml" Id="R3840c4c6d05845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a04e47319454bfa" /><Relationship Type="http://schemas.openxmlformats.org/officeDocument/2006/relationships/image" Target="/ppt/media/image16.png" Id="Re7093bfd8b324de4" /><Relationship Type="http://schemas.openxmlformats.org/officeDocument/2006/relationships/notesSlide" Target="/ppt/notesSlides/notesSlide16.xml" Id="Re2dc224136174c5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35a9234da284c58" /><Relationship Type="http://schemas.openxmlformats.org/officeDocument/2006/relationships/image" Target="/ppt/media/image17.png" Id="R15289748a0f5496f" /><Relationship Type="http://schemas.openxmlformats.org/officeDocument/2006/relationships/notesSlide" Target="/ppt/notesSlides/notesSlide17.xml" Id="Rdbc3d504bffb4d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73a4aea4b4f438c" /><Relationship Type="http://schemas.openxmlformats.org/officeDocument/2006/relationships/image" Target="/ppt/media/image18.png" Id="R254684b21be34fdd" /><Relationship Type="http://schemas.openxmlformats.org/officeDocument/2006/relationships/notesSlide" Target="/ppt/notesSlides/notesSlide18.xml" Id="R4148ab0055cc47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0b5dc55b932466c" /><Relationship Type="http://schemas.openxmlformats.org/officeDocument/2006/relationships/image" Target="/ppt/media/image19.png" Id="R74dc2da30a9e46c1" /><Relationship Type="http://schemas.openxmlformats.org/officeDocument/2006/relationships/notesSlide" Target="/ppt/notesSlides/notesSlide19.xml" Id="Rea453e4767814c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1fd4402c64041e5" /><Relationship Type="http://schemas.openxmlformats.org/officeDocument/2006/relationships/image" Target="/ppt/media/image20.png" Id="Rf67d56a2aab242de" /><Relationship Type="http://schemas.openxmlformats.org/officeDocument/2006/relationships/notesSlide" Target="/ppt/notesSlides/notesSlide20.xml" Id="R6d89b5323dc742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017f0059c754aaa" /><Relationship Type="http://schemas.openxmlformats.org/officeDocument/2006/relationships/image" Target="/ppt/media/image21.png" Id="R5f9b017a202d43c3" /><Relationship Type="http://schemas.openxmlformats.org/officeDocument/2006/relationships/notesSlide" Target="/ppt/notesSlides/notesSlide21.xml" Id="Rca3a582cf911401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8ab1422003549a7" /><Relationship Type="http://schemas.openxmlformats.org/officeDocument/2006/relationships/image" Target="/ppt/media/image22.png" Id="R4c75510549c148e3" /><Relationship Type="http://schemas.openxmlformats.org/officeDocument/2006/relationships/notesSlide" Target="/ppt/notesSlides/notesSlide22.xml" Id="R1792a4e6e8a34a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07a6e6a55b04065" /><Relationship Type="http://schemas.openxmlformats.org/officeDocument/2006/relationships/image" Target="/ppt/media/image23.png" Id="R18e0ef96e49d44fb" /><Relationship Type="http://schemas.openxmlformats.org/officeDocument/2006/relationships/notesSlide" Target="/ppt/notesSlides/notesSlide23.xml" Id="Re0b771da1712437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c07d80f397b466b" /><Relationship Type="http://schemas.openxmlformats.org/officeDocument/2006/relationships/image" Target="/ppt/media/image24.png" Id="Radd9aecb788f42b3" /><Relationship Type="http://schemas.openxmlformats.org/officeDocument/2006/relationships/notesSlide" Target="/ppt/notesSlides/notesSlide24.xml" Id="R29091cdb60e94cb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b04a045fc748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917832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dd23b5c5fa342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93134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4e28836364403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89980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ea038ff9b5848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3471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f036f218584f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9162336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8b989323f234a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101503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28c423b26e04ee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038305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7e280285c2244d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974779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75cf094852d44c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275957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f3b3cf175eb458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3323704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b518a72e44d473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281179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4f5b2775374d1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99397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dd5083b49f34d2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8032650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a5a7dedce0944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793599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5503d06d458443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132188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7093bfd8b324de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58194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5289748a0f5496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28501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54684b21be34fd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9624926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4dc2da30a9e46c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969032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67d56a2aab242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4747703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9b017a202d43c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1953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c75510549c148e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151016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8e0ef96e49d44f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082683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dd9aecb788f42b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31041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2026-10-06T14:02:53.3690000Z</dcterms:created>
  <dcterms:modified xsi:type="dcterms:W3CDTF">2026-10-06T14:02:53.3690000Z</dcterms:modified>
</coreProperties>
</file>