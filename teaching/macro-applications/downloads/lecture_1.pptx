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b230d3232b4f78" /><Relationship Type="http://schemas.openxmlformats.org/officeDocument/2006/relationships/extended-properties" Target="/docProps/app.xml" Id="Rc8266b0501214e64" /><Relationship Type="http://schemas.openxmlformats.org/officeDocument/2006/relationships/officeDocument" Target="/ppt/presentation.xml" Id="Re3cffd44089741fb" /></Relationships>
</file>

<file path=ppt/presentation.xml><?xml version="1.0" encoding="utf-8"?>
<p:presentation xmlns:p="http://schemas.openxmlformats.org/presentationml/2006/main">
  <p:sldMasterIdLst>
    <p:sldMasterId xmlns:r="http://schemas.openxmlformats.org/officeDocument/2006/relationships" id="2147483648" r:id="R1d5a4c5bda0c431b"/>
  </p:sldMasterIdLst>
  <p:notesMasterIdLst>
    <p:notesMasterId xmlns:r="http://schemas.openxmlformats.org/officeDocument/2006/relationships" r:id="Rb00ab6de9c5742bf"/>
  </p:notesMasterIdLst>
  <p:sldIdLst>
    <p:sldId xmlns:r="http://schemas.openxmlformats.org/officeDocument/2006/relationships" id="256" r:id="R161e3a0ec30949ad"/>
    <p:sldId xmlns:r="http://schemas.openxmlformats.org/officeDocument/2006/relationships" id="257" r:id="Ra7ed63610cec4c8e"/>
    <p:sldId xmlns:r="http://schemas.openxmlformats.org/officeDocument/2006/relationships" id="258" r:id="R410f4d70a84c448f"/>
    <p:sldId xmlns:r="http://schemas.openxmlformats.org/officeDocument/2006/relationships" id="259" r:id="R1e23e77a99804a4f"/>
    <p:sldId xmlns:r="http://schemas.openxmlformats.org/officeDocument/2006/relationships" id="260" r:id="Rf05693ba461a43f9"/>
    <p:sldId xmlns:r="http://schemas.openxmlformats.org/officeDocument/2006/relationships" id="261" r:id="R4f9ba948ca134f0e"/>
    <p:sldId xmlns:r="http://schemas.openxmlformats.org/officeDocument/2006/relationships" id="262" r:id="Rb495bcd2a1054e97"/>
    <p:sldId xmlns:r="http://schemas.openxmlformats.org/officeDocument/2006/relationships" id="263" r:id="R94aaf2ee95214f28"/>
    <p:sldId xmlns:r="http://schemas.openxmlformats.org/officeDocument/2006/relationships" id="264" r:id="R4c5b882ba369488a"/>
    <p:sldId xmlns:r="http://schemas.openxmlformats.org/officeDocument/2006/relationships" id="265" r:id="R424ab4a5150b42b4"/>
    <p:sldId xmlns:r="http://schemas.openxmlformats.org/officeDocument/2006/relationships" id="266" r:id="Rd106e9a9f95548da"/>
    <p:sldId xmlns:r="http://schemas.openxmlformats.org/officeDocument/2006/relationships" id="267" r:id="R4ac576c59064450f"/>
    <p:sldId xmlns:r="http://schemas.openxmlformats.org/officeDocument/2006/relationships" id="268" r:id="R4a1c39da5d234cbe"/>
    <p:sldId xmlns:r="http://schemas.openxmlformats.org/officeDocument/2006/relationships" id="269" r:id="R4a88e2203b924641"/>
    <p:sldId xmlns:r="http://schemas.openxmlformats.org/officeDocument/2006/relationships" id="270" r:id="R5eeb3b3c0f5d4d2b"/>
    <p:sldId xmlns:r="http://schemas.openxmlformats.org/officeDocument/2006/relationships" id="271" r:id="Ra5c27dcee4c244cc"/>
    <p:sldId xmlns:r="http://schemas.openxmlformats.org/officeDocument/2006/relationships" id="272" r:id="Rb4d3a342f4944165"/>
    <p:sldId xmlns:r="http://schemas.openxmlformats.org/officeDocument/2006/relationships" id="273" r:id="Rac49bf133f9a4edc"/>
    <p:sldId xmlns:r="http://schemas.openxmlformats.org/officeDocument/2006/relationships" id="274" r:id="R99379a7448d94559"/>
    <p:sldId xmlns:r="http://schemas.openxmlformats.org/officeDocument/2006/relationships" id="275" r:id="Raaad4f93362342c5"/>
    <p:sldId xmlns:r="http://schemas.openxmlformats.org/officeDocument/2006/relationships" id="276" r:id="Re882ff767cd64dbc"/>
    <p:sldId xmlns:r="http://schemas.openxmlformats.org/officeDocument/2006/relationships" id="277" r:id="R003e920b57494658"/>
    <p:sldId xmlns:r="http://schemas.openxmlformats.org/officeDocument/2006/relationships" id="278" r:id="Re4a93e1f31af4226"/>
    <p:sldId xmlns:r="http://schemas.openxmlformats.org/officeDocument/2006/relationships" id="279" r:id="R293bb0493d09468d"/>
    <p:sldId xmlns:r="http://schemas.openxmlformats.org/officeDocument/2006/relationships" id="280" r:id="R57d8f7a8c8f94732"/>
    <p:sldId xmlns:r="http://schemas.openxmlformats.org/officeDocument/2006/relationships" id="281" r:id="R1a3a103ee4054da9"/>
    <p:sldId xmlns:r="http://schemas.openxmlformats.org/officeDocument/2006/relationships" id="282" r:id="Ra1f758e547ce43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8e299da4bc4877" /><Relationship Type="http://schemas.openxmlformats.org/officeDocument/2006/relationships/slideMaster" Target="/ppt/slideMasters/slideMaster1.xml" Id="R1d5a4c5bda0c431b" /><Relationship Type="http://schemas.openxmlformats.org/officeDocument/2006/relationships/notesMaster" Target="/ppt/notesMasters/notesMaster1.xml" Id="Rb00ab6de9c5742bf" /><Relationship Type="http://schemas.openxmlformats.org/officeDocument/2006/relationships/presProps" Target="/ppt/presProps.xml" Id="R7bb2b85d47fc4d1a" /><Relationship Type="http://schemas.openxmlformats.org/officeDocument/2006/relationships/tableStyles" Target="/ppt/tableStyles.xml" Id="R8b4f962a65fb42e8" /><Relationship Type="http://schemas.openxmlformats.org/officeDocument/2006/relationships/slide" Target="/ppt/slides/slide1.xml" Id="R161e3a0ec30949ad" /><Relationship Type="http://schemas.openxmlformats.org/officeDocument/2006/relationships/slide" Target="/ppt/slides/slide2.xml" Id="Ra7ed63610cec4c8e" /><Relationship Type="http://schemas.openxmlformats.org/officeDocument/2006/relationships/slide" Target="/ppt/slides/slide3.xml" Id="R410f4d70a84c448f" /><Relationship Type="http://schemas.openxmlformats.org/officeDocument/2006/relationships/slide" Target="/ppt/slides/slide4.xml" Id="R1e23e77a99804a4f" /><Relationship Type="http://schemas.openxmlformats.org/officeDocument/2006/relationships/slide" Target="/ppt/slides/slide5.xml" Id="Rf05693ba461a43f9" /><Relationship Type="http://schemas.openxmlformats.org/officeDocument/2006/relationships/slide" Target="/ppt/slides/slide6.xml" Id="R4f9ba948ca134f0e" /><Relationship Type="http://schemas.openxmlformats.org/officeDocument/2006/relationships/slide" Target="/ppt/slides/slide7.xml" Id="Rb495bcd2a1054e97" /><Relationship Type="http://schemas.openxmlformats.org/officeDocument/2006/relationships/slide" Target="/ppt/slides/slide8.xml" Id="R94aaf2ee95214f28" /><Relationship Type="http://schemas.openxmlformats.org/officeDocument/2006/relationships/slide" Target="/ppt/slides/slide9.xml" Id="R4c5b882ba369488a" /><Relationship Type="http://schemas.openxmlformats.org/officeDocument/2006/relationships/slide" Target="/ppt/slides/slide10.xml" Id="R424ab4a5150b42b4" /><Relationship Type="http://schemas.openxmlformats.org/officeDocument/2006/relationships/slide" Target="/ppt/slides/slide11.xml" Id="Rd106e9a9f95548da" /><Relationship Type="http://schemas.openxmlformats.org/officeDocument/2006/relationships/slide" Target="/ppt/slides/slide12.xml" Id="R4ac576c59064450f" /><Relationship Type="http://schemas.openxmlformats.org/officeDocument/2006/relationships/slide" Target="/ppt/slides/slide13.xml" Id="R4a1c39da5d234cbe" /><Relationship Type="http://schemas.openxmlformats.org/officeDocument/2006/relationships/slide" Target="/ppt/slides/slide14.xml" Id="R4a88e2203b924641" /><Relationship Type="http://schemas.openxmlformats.org/officeDocument/2006/relationships/slide" Target="/ppt/slides/slide15.xml" Id="R5eeb3b3c0f5d4d2b" /><Relationship Type="http://schemas.openxmlformats.org/officeDocument/2006/relationships/slide" Target="/ppt/slides/slide16.xml" Id="Ra5c27dcee4c244cc" /><Relationship Type="http://schemas.openxmlformats.org/officeDocument/2006/relationships/slide" Target="/ppt/slides/slide17.xml" Id="Rb4d3a342f4944165" /><Relationship Type="http://schemas.openxmlformats.org/officeDocument/2006/relationships/slide" Target="/ppt/slides/slide18.xml" Id="Rac49bf133f9a4edc" /><Relationship Type="http://schemas.openxmlformats.org/officeDocument/2006/relationships/slide" Target="/ppt/slides/slide19.xml" Id="R99379a7448d94559" /><Relationship Type="http://schemas.openxmlformats.org/officeDocument/2006/relationships/slide" Target="/ppt/slides/slide20.xml" Id="Raaad4f93362342c5" /><Relationship Type="http://schemas.openxmlformats.org/officeDocument/2006/relationships/slide" Target="/ppt/slides/slide21.xml" Id="Re882ff767cd64dbc" /><Relationship Type="http://schemas.openxmlformats.org/officeDocument/2006/relationships/slide" Target="/ppt/slides/slide22.xml" Id="R003e920b57494658" /><Relationship Type="http://schemas.openxmlformats.org/officeDocument/2006/relationships/slide" Target="/ppt/slides/slide23.xml" Id="Re4a93e1f31af4226" /><Relationship Type="http://schemas.openxmlformats.org/officeDocument/2006/relationships/slide" Target="/ppt/slides/slide24.xml" Id="R293bb0493d09468d" /><Relationship Type="http://schemas.openxmlformats.org/officeDocument/2006/relationships/slide" Target="/ppt/slides/slide25.xml" Id="R57d8f7a8c8f94732" /><Relationship Type="http://schemas.openxmlformats.org/officeDocument/2006/relationships/slide" Target="/ppt/slides/slide26.xml" Id="R1a3a103ee4054da9" /><Relationship Type="http://schemas.openxmlformats.org/officeDocument/2006/relationships/slide" Target="/ppt/slides/slide27.xml" Id="Ra1f758e547ce43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7619e9e7f644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a907e5b9ac4508" /><Relationship Type="http://schemas.openxmlformats.org/officeDocument/2006/relationships/notesMaster" Target="/ppt/notesMasters/notesMaster1.xml" Id="R17bdff5900db44c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24369024e54e4b" /><Relationship Type="http://schemas.openxmlformats.org/officeDocument/2006/relationships/notesMaster" Target="/ppt/notesMasters/notesMaster1.xml" Id="R81b63180dfde47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469c2f4dd54608" /><Relationship Type="http://schemas.openxmlformats.org/officeDocument/2006/relationships/notesMaster" Target="/ppt/notesMasters/notesMaster1.xml" Id="R3bcfa12225ef41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b11a0823a84ed0" /><Relationship Type="http://schemas.openxmlformats.org/officeDocument/2006/relationships/notesMaster" Target="/ppt/notesMasters/notesMaster1.xml" Id="Rd1609f956d6b48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433582000344d9" /><Relationship Type="http://schemas.openxmlformats.org/officeDocument/2006/relationships/notesMaster" Target="/ppt/notesMasters/notesMaster1.xml" Id="Rff3df10a039945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d809e05c6a4288" /><Relationship Type="http://schemas.openxmlformats.org/officeDocument/2006/relationships/notesMaster" Target="/ppt/notesMasters/notesMaster1.xml" Id="Rf72c55ca553c4e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06f3eaf574445e" /><Relationship Type="http://schemas.openxmlformats.org/officeDocument/2006/relationships/notesMaster" Target="/ppt/notesMasters/notesMaster1.xml" Id="R63f9a0544d7145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4aa16c20af4ca4" /><Relationship Type="http://schemas.openxmlformats.org/officeDocument/2006/relationships/notesMaster" Target="/ppt/notesMasters/notesMaster1.xml" Id="R73a53ee70cf841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cbc30912fd427d" /><Relationship Type="http://schemas.openxmlformats.org/officeDocument/2006/relationships/notesMaster" Target="/ppt/notesMasters/notesMaster1.xml" Id="Recd7972fb49641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ba75e639564d3a" /><Relationship Type="http://schemas.openxmlformats.org/officeDocument/2006/relationships/notesMaster" Target="/ppt/notesMasters/notesMaster1.xml" Id="Rc6dd1954f67e47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0751720fbe475b" /><Relationship Type="http://schemas.openxmlformats.org/officeDocument/2006/relationships/notesMaster" Target="/ppt/notesMasters/notesMaster1.xml" Id="R08f766ddbe7041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a4472082d7d416c" /><Relationship Type="http://schemas.openxmlformats.org/officeDocument/2006/relationships/notesMaster" Target="/ppt/notesMasters/notesMaster1.xml" Id="Re2e5914c151d4d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a3a137c7204f53" /><Relationship Type="http://schemas.openxmlformats.org/officeDocument/2006/relationships/notesMaster" Target="/ppt/notesMasters/notesMaster1.xml" Id="R60530d008baf45e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44103cb763b45c1" /><Relationship Type="http://schemas.openxmlformats.org/officeDocument/2006/relationships/notesMaster" Target="/ppt/notesMasters/notesMaster1.xml" Id="R77014124b6894c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5803c228d84622" /><Relationship Type="http://schemas.openxmlformats.org/officeDocument/2006/relationships/notesMaster" Target="/ppt/notesMasters/notesMaster1.xml" Id="R5a83d674fc4f426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a2fac554b2740a1" /><Relationship Type="http://schemas.openxmlformats.org/officeDocument/2006/relationships/notesMaster" Target="/ppt/notesMasters/notesMaster1.xml" Id="Rbea61532765c46b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c1bd421b014de4" /><Relationship Type="http://schemas.openxmlformats.org/officeDocument/2006/relationships/notesMaster" Target="/ppt/notesMasters/notesMaster1.xml" Id="R601cb57aebf3406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d0c87e4ba484ccd" /><Relationship Type="http://schemas.openxmlformats.org/officeDocument/2006/relationships/notesMaster" Target="/ppt/notesMasters/notesMaster1.xml" Id="R736ab00371ac459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761af9c50874f0c" /><Relationship Type="http://schemas.openxmlformats.org/officeDocument/2006/relationships/notesMaster" Target="/ppt/notesMasters/notesMaster1.xml" Id="Re12d4a4dd0ca4e0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edfdba6df7c4996" /><Relationship Type="http://schemas.openxmlformats.org/officeDocument/2006/relationships/notesMaster" Target="/ppt/notesMasters/notesMaster1.xml" Id="R135a33257af14dd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4c218e484dd4049" /><Relationship Type="http://schemas.openxmlformats.org/officeDocument/2006/relationships/notesMaster" Target="/ppt/notesMasters/notesMaster1.xml" Id="Raa108d7669d649f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6c936078ecd4db4" /><Relationship Type="http://schemas.openxmlformats.org/officeDocument/2006/relationships/notesMaster" Target="/ppt/notesMasters/notesMaster1.xml" Id="R3dfa7a9048d24d9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3060cb440e741b5" /><Relationship Type="http://schemas.openxmlformats.org/officeDocument/2006/relationships/notesMaster" Target="/ppt/notesMasters/notesMaster1.xml" Id="R580c37a3ad0e4c6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eb6176d895447de" /><Relationship Type="http://schemas.openxmlformats.org/officeDocument/2006/relationships/notesMaster" Target="/ppt/notesMasters/notesMaster1.xml" Id="Ra698ef55b37f4ac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46f37e6618b45b7" /><Relationship Type="http://schemas.openxmlformats.org/officeDocument/2006/relationships/notesMaster" Target="/ppt/notesMasters/notesMaster1.xml" Id="R39f41d7d40534d2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03ed53e02e44a0a" /><Relationship Type="http://schemas.openxmlformats.org/officeDocument/2006/relationships/notesMaster" Target="/ppt/notesMasters/notesMaster1.xml" Id="R08e5cc668bf14bf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84d50a0332647a3" /><Relationship Type="http://schemas.openxmlformats.org/officeDocument/2006/relationships/notesMaster" Target="/ppt/notesMasters/notesMaster1.xml" Id="Rd31a237a600948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Western bloc</a:t>
            </a:r>
          </a:p>
          <a:p xmlns:a="http://schemas.openxmlformats.org/drawingml/2006/main">
            <a:r>
              <a:t>NATO</a:t>
            </a:r>
          </a:p>
          <a:p xmlns:a="http://schemas.openxmlformats.org/drawingml/2006/main">
            <a:r>
              <a:t>Eastern bloc</a:t>
            </a:r>
          </a:p>
          <a:p xmlns:a="http://schemas.openxmlformats.org/drawingml/2006/main">
            <a:r>
              <a:t>Warsaw Pact</a:t>
            </a:r>
          </a:p>
          <a:p xmlns:a="http://schemas.openxmlformats.org/drawingml/2006/main">
            <a:r>
              <a:t>Neutral countries</a:t>
            </a:r>
          </a:p>
          <a:p xmlns:a="http://schemas.openxmlformats.org/drawingml/2006/main">
            <a:r>
              <a:t>Non-aligned Yugoslavia</a:t>
            </a:r>
          </a:p>
          <a:p xmlns:a="http://schemas.openxmlformats.org/drawingml/2006/main">
            <a:r>
              <a:t>Albania: left the Warsaw Pact in 1968</a:t>
            </a:r>
          </a:p>
          <a:p xmlns:a="http://schemas.openxmlformats.org/drawingml/2006/main">
            <a:r>
              <a:t>Iron Curtain</a:t>
            </a:r>
          </a:p>
          <a:p xmlns:a="http://schemas.openxmlformats.org/drawingml/2006/main">
            <a:r>
              <a:t/>
            </a:r>
          </a:p>
          <a:p xmlns:a="http://schemas.openxmlformats.org/drawingml/2006/main">
            <a:r>
              <a:t>Later Cold War alignments; memberships changed over time. Map: Sémhur / Wikimedia Commons, CC BY-SA 4.0,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Two separate trade blocs</a:t>
            </a:r>
          </a:p>
          <a:p xmlns:a="http://schemas.openxmlformats.org/drawingml/2006/main">
            <a:r>
              <a:t/>
            </a:r>
          </a:p>
          <a:p xmlns:a="http://schemas.openxmlformats.org/drawingml/2006/main">
            <a:r>
              <a:t>EEC: six members</a:t>
            </a:r>
          </a:p>
          <a:p xmlns:a="http://schemas.openxmlformats.org/drawingml/2006/main">
            <a:r>
              <a:t>A customs union</a:t>
            </a:r>
          </a:p>
          <a:p xmlns:a="http://schemas.openxmlformats.org/drawingml/2006/main">
            <a:r>
              <a:t/>
            </a:r>
          </a:p>
          <a:p xmlns:a="http://schemas.openxmlformats.org/drawingml/2006/main">
            <a:r>
              <a:t>EFTA: seven members</a:t>
            </a:r>
          </a:p>
          <a:p xmlns:a="http://schemas.openxmlformats.org/drawingml/2006/main">
            <a:r>
              <a:t>A free-trade area</a:t>
            </a:r>
          </a:p>
          <a:p xmlns:a="http://schemas.openxmlformats.org/drawingml/2006/main">
            <a:r>
              <a:t/>
            </a:r>
          </a:p>
          <a:p xmlns:a="http://schemas.openxmlformats.org/drawingml/2006/main">
            <a:r>
              <a:t>Finland: EFTA associate</a:t>
            </a:r>
          </a:p>
          <a:p xmlns:a="http://schemas.openxmlformats.org/drawingml/2006/main">
            <a:r>
              <a:t/>
            </a:r>
          </a:p>
          <a:p xmlns:a="http://schemas.openxmlformats.org/drawingml/2006/main">
            <a:r>
              <a:t>AT Austria · BE Belgium · CH Switzerland</a:t>
            </a:r>
          </a:p>
          <a:p xmlns:a="http://schemas.openxmlformats.org/drawingml/2006/main">
            <a:r>
              <a:t>DK Denmark · LU Luxembourg</a:t>
            </a:r>
          </a:p>
          <a:p xmlns:a="http://schemas.openxmlformats.org/drawingml/2006/main">
            <a:r>
              <a:t>NL Netherlands · PT Portugal</a:t>
            </a:r>
          </a:p>
          <a:p xmlns:a="http://schemas.openxmlformats.org/drawingml/2006/main">
            <a:r>
              <a:t/>
            </a:r>
          </a:p>
          <a:p xmlns:a="http://schemas.openxmlformats.org/drawingml/2006/main">
            <a:r>
              <a:t>Historical membership: Baldwin and Wyplosz; EFTA. Map adapted from Sémhur, CC BY-SA 4.0.</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EEC: nine members</a:t>
            </a:r>
          </a:p>
          <a:p xmlns:a="http://schemas.openxmlformats.org/drawingml/2006/main">
            <a:r>
              <a:t>EFTA members</a:t>
            </a:r>
          </a:p>
          <a:p xmlns:a="http://schemas.openxmlformats.org/drawingml/2006/main">
            <a:r>
              <a:t>Finland: associate</a:t>
            </a:r>
          </a:p>
          <a:p xmlns:a="http://schemas.openxmlformats.org/drawingml/2006/main">
            <a:r>
              <a:t/>
            </a:r>
          </a:p>
          <a:p xmlns:a="http://schemas.openxmlformats.org/drawingml/2006/main">
            <a:r>
              <a:t>Industrial free-trade agreements now link the two blocs.</a:t>
            </a:r>
          </a:p>
          <a:p xmlns:a="http://schemas.openxmlformats.org/drawingml/2006/main">
            <a:r>
              <a:t/>
            </a:r>
          </a:p>
          <a:p xmlns:a="http://schemas.openxmlformats.org/drawingml/2006/main">
            <a:r>
              <a:t>Mid-1970s; industrial tariffs phased out by 1977. EFTA history. Map adapted from Sémhur, CC BY-SA 4.0.</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David Hasselhoff above the Berlin Wall, 31 December 1989.</a:t>
            </a:r>
          </a:p>
          <a:p xmlns:a="http://schemas.openxmlformats.org/drawingml/2006/main">
            <a:r>
              <a:t>Photograph: Wöstmann/picture alliance/Getty Images, via TIME.</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27f1eeabba4f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9e016375984359" /><Relationship Type="http://schemas.openxmlformats.org/officeDocument/2006/relationships/slideLayout" Target="/ppt/slideLayouts/slideLayout1.xml" Id="R3ab3ba43e7b84e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b3ba43e7b84e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4d87ef17354eec" /><Relationship Type="http://schemas.openxmlformats.org/officeDocument/2006/relationships/image" Target="/ppt/media/image.jpeg" Id="R0ddc63ecf02e44eb" /><Relationship Type="http://schemas.openxmlformats.org/officeDocument/2006/relationships/notesSlide" Target="/ppt/notesSlides/notesSlide1.xml" Id="R8a6e1978666940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0d3e21095914ac9" /><Relationship Type="http://schemas.openxmlformats.org/officeDocument/2006/relationships/image" Target="/ppt/media/image2.jpeg" Id="R4523768829a441e1" /><Relationship Type="http://schemas.openxmlformats.org/officeDocument/2006/relationships/notesSlide" Target="/ppt/notesSlides/notesSlide2.xml" Id="Ra675f1e432274d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d18b6dfee444212" /><Relationship Type="http://schemas.openxmlformats.org/officeDocument/2006/relationships/image" Target="/ppt/media/image3.jpeg" Id="Rcef6ee5016984816" /><Relationship Type="http://schemas.openxmlformats.org/officeDocument/2006/relationships/notesSlide" Target="/ppt/notesSlides/notesSlide3.xml" Id="R9a779e006ec94b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f53a9549b64e09" /><Relationship Type="http://schemas.openxmlformats.org/officeDocument/2006/relationships/image" Target="/ppt/media/image4.jpeg" Id="R586c6564186e4bbc" /><Relationship Type="http://schemas.openxmlformats.org/officeDocument/2006/relationships/notesSlide" Target="/ppt/notesSlides/notesSlide4.xml" Id="Rde17abdf213841c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8a1a5f5ca14a82" /><Relationship Type="http://schemas.openxmlformats.org/officeDocument/2006/relationships/image" Target="/ppt/media/image5.jpeg" Id="Rd5a2d0ad95cd4086" /><Relationship Type="http://schemas.openxmlformats.org/officeDocument/2006/relationships/notesSlide" Target="/ppt/notesSlides/notesSlide5.xml" Id="R166a6179911a4c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ab4ad0700444bf7" /><Relationship Type="http://schemas.openxmlformats.org/officeDocument/2006/relationships/image" Target="/ppt/media/image6.jpeg" Id="Rc10ee9ff0d37410c" /><Relationship Type="http://schemas.openxmlformats.org/officeDocument/2006/relationships/notesSlide" Target="/ppt/notesSlides/notesSlide6.xml" Id="R7499350280c946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c74b32226064ebb" /><Relationship Type="http://schemas.openxmlformats.org/officeDocument/2006/relationships/image" Target="/ppt/media/image7.jpeg" Id="R02def4e5a54d4259" /><Relationship Type="http://schemas.openxmlformats.org/officeDocument/2006/relationships/notesSlide" Target="/ppt/notesSlides/notesSlide7.xml" Id="R833c674ab6904a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17db2cefaa34803" /><Relationship Type="http://schemas.openxmlformats.org/officeDocument/2006/relationships/image" Target="/ppt/media/image8.jpeg" Id="Rcb744d8a0b6847f0" /><Relationship Type="http://schemas.openxmlformats.org/officeDocument/2006/relationships/notesSlide" Target="/ppt/notesSlides/notesSlide8.xml" Id="Rec245b5807a14f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56e681c8674fd4" /><Relationship Type="http://schemas.openxmlformats.org/officeDocument/2006/relationships/image" Target="/ppt/media/image.png" Id="R13d58500168c4a8a" /><Relationship Type="http://schemas.openxmlformats.org/officeDocument/2006/relationships/notesSlide" Target="/ppt/notesSlides/notesSlide9.xml" Id="R5193b2bfcebe42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3440d7da1f04270" /><Relationship Type="http://schemas.openxmlformats.org/officeDocument/2006/relationships/image" Target="/ppt/media/image9.jpeg" Id="Ree7856a205634919" /><Relationship Type="http://schemas.openxmlformats.org/officeDocument/2006/relationships/notesSlide" Target="/ppt/notesSlides/notesSlide10.xml" Id="R91290446841140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6c9f2974c641fb" /><Relationship Type="http://schemas.openxmlformats.org/officeDocument/2006/relationships/image" Target="/ppt/media/image10.jpeg" Id="R60b216fb72954010" /><Relationship Type="http://schemas.openxmlformats.org/officeDocument/2006/relationships/notesSlide" Target="/ppt/notesSlides/notesSlide11.xml" Id="R0404fe3c7fe94d8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7d004698911494c" /><Relationship Type="http://schemas.openxmlformats.org/officeDocument/2006/relationships/image" Target="/ppt/media/image11.jpeg" Id="Rdc15c4ad5c2d439f" /><Relationship Type="http://schemas.openxmlformats.org/officeDocument/2006/relationships/notesSlide" Target="/ppt/notesSlides/notesSlide12.xml" Id="Rff6373ba0c6943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bfb06c4a8045a4" /><Relationship Type="http://schemas.openxmlformats.org/officeDocument/2006/relationships/image" Target="/ppt/media/image12.jpeg" Id="R31a488cc9b6345be" /><Relationship Type="http://schemas.openxmlformats.org/officeDocument/2006/relationships/notesSlide" Target="/ppt/notesSlides/notesSlide13.xml" Id="Rfa2eeefd134b4f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31c6396bd04ce0" /><Relationship Type="http://schemas.openxmlformats.org/officeDocument/2006/relationships/image" Target="/ppt/media/image13.jpeg" Id="R02599276e1ef4c5f" /><Relationship Type="http://schemas.openxmlformats.org/officeDocument/2006/relationships/notesSlide" Target="/ppt/notesSlides/notesSlide14.xml" Id="Rd2c223194d034a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5b9011bd3a44050" /><Relationship Type="http://schemas.openxmlformats.org/officeDocument/2006/relationships/image" Target="/ppt/media/image14.jpeg" Id="R775fe97cc43f4bbb" /><Relationship Type="http://schemas.openxmlformats.org/officeDocument/2006/relationships/notesSlide" Target="/ppt/notesSlides/notesSlide15.xml" Id="R3b0c5a0b301d46e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ceafb912da464b" /><Relationship Type="http://schemas.openxmlformats.org/officeDocument/2006/relationships/image" Target="/ppt/media/image15.jpeg" Id="R380f0be520fd4037" /><Relationship Type="http://schemas.openxmlformats.org/officeDocument/2006/relationships/notesSlide" Target="/ppt/notesSlides/notesSlide16.xml" Id="R9091ec37096944f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c3e834b3d1a4019" /><Relationship Type="http://schemas.openxmlformats.org/officeDocument/2006/relationships/image" Target="/ppt/media/image2.png" Id="R3538a5d86db54ab5" /><Relationship Type="http://schemas.openxmlformats.org/officeDocument/2006/relationships/notesSlide" Target="/ppt/notesSlides/notesSlide17.xml" Id="R9cc4cfe9d65446d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bf7fc525d1348e1" /><Relationship Type="http://schemas.openxmlformats.org/officeDocument/2006/relationships/image" Target="/ppt/media/image3.png" Id="R9015cba60230458b" /><Relationship Type="http://schemas.openxmlformats.org/officeDocument/2006/relationships/notesSlide" Target="/ppt/notesSlides/notesSlide18.xml" Id="Raa230879de9e4b8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e068ef10d2d4bda" /><Relationship Type="http://schemas.openxmlformats.org/officeDocument/2006/relationships/image" Target="/ppt/media/image4.png" Id="R7f5d3302ae824377" /><Relationship Type="http://schemas.openxmlformats.org/officeDocument/2006/relationships/notesSlide" Target="/ppt/notesSlides/notesSlide19.xml" Id="Ree9c0adbfd1749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d7ffa1304074882" /><Relationship Type="http://schemas.openxmlformats.org/officeDocument/2006/relationships/image" Target="/ppt/media/image16.jpeg" Id="R138bdff6ecea4a69" /><Relationship Type="http://schemas.openxmlformats.org/officeDocument/2006/relationships/notesSlide" Target="/ppt/notesSlides/notesSlide20.xml" Id="R685ad25435d4481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3ba37285dcb47e1" /><Relationship Type="http://schemas.openxmlformats.org/officeDocument/2006/relationships/image" Target="/ppt/media/image17.jpeg" Id="Ra16ce1060ffc47b9" /><Relationship Type="http://schemas.openxmlformats.org/officeDocument/2006/relationships/notesSlide" Target="/ppt/notesSlides/notesSlide21.xml" Id="R464857449c0b43c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8f5d86bea6f4237" /><Relationship Type="http://schemas.openxmlformats.org/officeDocument/2006/relationships/image" Target="/ppt/media/image18.jpeg" Id="R9eb603471c1e41c5" /><Relationship Type="http://schemas.openxmlformats.org/officeDocument/2006/relationships/notesSlide" Target="/ppt/notesSlides/notesSlide22.xml" Id="R2e4f1d982532446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20910d7cd244b09" /><Relationship Type="http://schemas.openxmlformats.org/officeDocument/2006/relationships/image" Target="/ppt/media/image19.jpeg" Id="Rf43f04cf41de4a4a" /><Relationship Type="http://schemas.openxmlformats.org/officeDocument/2006/relationships/notesSlide" Target="/ppt/notesSlides/notesSlide23.xml" Id="R27cb551d535a435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b16d6b129fa4f33" /><Relationship Type="http://schemas.openxmlformats.org/officeDocument/2006/relationships/image" Target="/ppt/media/image20.jpeg" Id="R5335025379b547b2" /><Relationship Type="http://schemas.openxmlformats.org/officeDocument/2006/relationships/notesSlide" Target="/ppt/notesSlides/notesSlide24.xml" Id="R9638528d2a744e7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67c96b25d69495c" /><Relationship Type="http://schemas.openxmlformats.org/officeDocument/2006/relationships/image" Target="/ppt/media/image21.jpeg" Id="Rf63bc6b030924c7c" /><Relationship Type="http://schemas.openxmlformats.org/officeDocument/2006/relationships/notesSlide" Target="/ppt/notesSlides/notesSlide25.xml" Id="R553c948fc49d41c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eb31d401b234541" /><Relationship Type="http://schemas.openxmlformats.org/officeDocument/2006/relationships/image" Target="/ppt/media/image22.jpeg" Id="Rf9408cb8e05e4b14" /><Relationship Type="http://schemas.openxmlformats.org/officeDocument/2006/relationships/notesSlide" Target="/ppt/notesSlides/notesSlide26.xml" Id="Raffca5c05d9742b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931793c205c4404" /><Relationship Type="http://schemas.openxmlformats.org/officeDocument/2006/relationships/image" Target="/ppt/media/image5.png" Id="Rbc60b343d19d4c72" /><Relationship Type="http://schemas.openxmlformats.org/officeDocument/2006/relationships/notesSlide" Target="/ppt/notesSlides/notesSlide27.xml" Id="R7a4a4b3f266e427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ddc63ecf02e44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659102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523768829a441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811855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ef6ee50169848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659481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86c6564186e4b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5486379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5a2d0ad95cd408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000585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10ee9ff0d37410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83437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2def4e5a54d425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687640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b744d8a0b6847f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6439921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3d58500168c4a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093668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e7856a20563491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476734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0b216fb7295401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980483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c15c4ad5c2d43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000836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1a488cc9b6345b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258559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2599276e1ef4c5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3623584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75fe97cc43f4bb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932459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80f0be520fd403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5446107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538a5d86db54a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3850296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015cba6023045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570483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f5d3302ae82437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4211580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38bdff6ecea4a6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688418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6ce1060ffc47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2677952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eb603471c1e41c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596444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43f04cf41de4a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9804709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335025379b547b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1938446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63bc6b030924c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8254440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9408cb8e05e4b1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123093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c60b343d19d4c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571097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2026-10-06T12:20:33.1330000Z</dcterms:created>
  <dcterms:modified xsi:type="dcterms:W3CDTF">2026-10-06T12:20:33.1330000Z</dcterms:modified>
</coreProperties>
</file>