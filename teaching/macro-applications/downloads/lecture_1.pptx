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7793da969c4398" /><Relationship Type="http://schemas.openxmlformats.org/officeDocument/2006/relationships/extended-properties" Target="/docProps/app.xml" Id="Rf33916fbda974db4" /><Relationship Type="http://schemas.openxmlformats.org/officeDocument/2006/relationships/officeDocument" Target="/ppt/presentation.xml" Id="R1de76f1a19c5422a" /></Relationships>
</file>

<file path=ppt/presentation.xml><?xml version="1.0" encoding="utf-8"?>
<p:presentation xmlns:p="http://schemas.openxmlformats.org/presentationml/2006/main">
  <p:sldMasterIdLst>
    <p:sldMasterId xmlns:r="http://schemas.openxmlformats.org/officeDocument/2006/relationships" id="2147483648" r:id="R3a12e30eed604e70"/>
  </p:sldMasterIdLst>
  <p:notesMasterIdLst>
    <p:notesMasterId xmlns:r="http://schemas.openxmlformats.org/officeDocument/2006/relationships" r:id="Rddcf4b1c54fa43be"/>
  </p:notesMasterIdLst>
  <p:sldIdLst>
    <p:sldId xmlns:r="http://schemas.openxmlformats.org/officeDocument/2006/relationships" id="256" r:id="Ra4f982ed6ac044bf"/>
    <p:sldId xmlns:r="http://schemas.openxmlformats.org/officeDocument/2006/relationships" id="257" r:id="Reb2c1eee711e40c8"/>
    <p:sldId xmlns:r="http://schemas.openxmlformats.org/officeDocument/2006/relationships" id="258" r:id="R3bd44938682c4377"/>
    <p:sldId xmlns:r="http://schemas.openxmlformats.org/officeDocument/2006/relationships" id="259" r:id="Raa7b01afaafe4409"/>
    <p:sldId xmlns:r="http://schemas.openxmlformats.org/officeDocument/2006/relationships" id="260" r:id="Rccb3fd3398ef4344"/>
    <p:sldId xmlns:r="http://schemas.openxmlformats.org/officeDocument/2006/relationships" id="261" r:id="Rbf5441d68a2e4051"/>
    <p:sldId xmlns:r="http://schemas.openxmlformats.org/officeDocument/2006/relationships" id="262" r:id="R415f31c13ad144db"/>
    <p:sldId xmlns:r="http://schemas.openxmlformats.org/officeDocument/2006/relationships" id="263" r:id="Rce63c91d13224e92"/>
    <p:sldId xmlns:r="http://schemas.openxmlformats.org/officeDocument/2006/relationships" id="264" r:id="R36bf10df14c34fd9"/>
    <p:sldId xmlns:r="http://schemas.openxmlformats.org/officeDocument/2006/relationships" id="265" r:id="R27534808fe6a4702"/>
    <p:sldId xmlns:r="http://schemas.openxmlformats.org/officeDocument/2006/relationships" id="266" r:id="R1aaf8b9d8ee1409f"/>
    <p:sldId xmlns:r="http://schemas.openxmlformats.org/officeDocument/2006/relationships" id="267" r:id="R720ba65a5d9f4dab"/>
    <p:sldId xmlns:r="http://schemas.openxmlformats.org/officeDocument/2006/relationships" id="268" r:id="R5d3bf47fb84c4d43"/>
    <p:sldId xmlns:r="http://schemas.openxmlformats.org/officeDocument/2006/relationships" id="269" r:id="R36ea238e6b3544e8"/>
    <p:sldId xmlns:r="http://schemas.openxmlformats.org/officeDocument/2006/relationships" id="270" r:id="Rb8ee96ce2b0341b0"/>
    <p:sldId xmlns:r="http://schemas.openxmlformats.org/officeDocument/2006/relationships" id="271" r:id="R9513e01fe10446bc"/>
    <p:sldId xmlns:r="http://schemas.openxmlformats.org/officeDocument/2006/relationships" id="272" r:id="R9c7dae8df83e498b"/>
    <p:sldId xmlns:r="http://schemas.openxmlformats.org/officeDocument/2006/relationships" id="273" r:id="R9ce63fc85fc140b1"/>
    <p:sldId xmlns:r="http://schemas.openxmlformats.org/officeDocument/2006/relationships" id="274" r:id="R0ca74f4cebc244ab"/>
    <p:sldId xmlns:r="http://schemas.openxmlformats.org/officeDocument/2006/relationships" id="275" r:id="Re2971669329b42fc"/>
    <p:sldId xmlns:r="http://schemas.openxmlformats.org/officeDocument/2006/relationships" id="276" r:id="R2c557def419545eb"/>
    <p:sldId xmlns:r="http://schemas.openxmlformats.org/officeDocument/2006/relationships" id="277" r:id="R744e2fa33e574045"/>
    <p:sldId xmlns:r="http://schemas.openxmlformats.org/officeDocument/2006/relationships" id="278" r:id="Raa65f5449ab94068"/>
    <p:sldId xmlns:r="http://schemas.openxmlformats.org/officeDocument/2006/relationships" id="279" r:id="R8955cb6d7bea4ee0"/>
    <p:sldId xmlns:r="http://schemas.openxmlformats.org/officeDocument/2006/relationships" id="280" r:id="Ra2e551576c6a462f"/>
    <p:sldId xmlns:r="http://schemas.openxmlformats.org/officeDocument/2006/relationships" id="281" r:id="R4336ce5b86a94c1f"/>
    <p:sldId xmlns:r="http://schemas.openxmlformats.org/officeDocument/2006/relationships" id="282" r:id="R15d7b257b9d441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7f3e825ab24ee5" /><Relationship Type="http://schemas.openxmlformats.org/officeDocument/2006/relationships/slideMaster" Target="/ppt/slideMasters/slideMaster1.xml" Id="R3a12e30eed604e70" /><Relationship Type="http://schemas.openxmlformats.org/officeDocument/2006/relationships/notesMaster" Target="/ppt/notesMasters/notesMaster1.xml" Id="Rddcf4b1c54fa43be" /><Relationship Type="http://schemas.openxmlformats.org/officeDocument/2006/relationships/presProps" Target="/ppt/presProps.xml" Id="R1c995894f53a445a" /><Relationship Type="http://schemas.openxmlformats.org/officeDocument/2006/relationships/tableStyles" Target="/ppt/tableStyles.xml" Id="Rebad9bae8cbf449c" /><Relationship Type="http://schemas.openxmlformats.org/officeDocument/2006/relationships/slide" Target="/ppt/slides/slide1.xml" Id="Ra4f982ed6ac044bf" /><Relationship Type="http://schemas.openxmlformats.org/officeDocument/2006/relationships/slide" Target="/ppt/slides/slide2.xml" Id="Reb2c1eee711e40c8" /><Relationship Type="http://schemas.openxmlformats.org/officeDocument/2006/relationships/slide" Target="/ppt/slides/slide3.xml" Id="R3bd44938682c4377" /><Relationship Type="http://schemas.openxmlformats.org/officeDocument/2006/relationships/slide" Target="/ppt/slides/slide4.xml" Id="Raa7b01afaafe4409" /><Relationship Type="http://schemas.openxmlformats.org/officeDocument/2006/relationships/slide" Target="/ppt/slides/slide5.xml" Id="Rccb3fd3398ef4344" /><Relationship Type="http://schemas.openxmlformats.org/officeDocument/2006/relationships/slide" Target="/ppt/slides/slide6.xml" Id="Rbf5441d68a2e4051" /><Relationship Type="http://schemas.openxmlformats.org/officeDocument/2006/relationships/slide" Target="/ppt/slides/slide7.xml" Id="R415f31c13ad144db" /><Relationship Type="http://schemas.openxmlformats.org/officeDocument/2006/relationships/slide" Target="/ppt/slides/slide8.xml" Id="Rce63c91d13224e92" /><Relationship Type="http://schemas.openxmlformats.org/officeDocument/2006/relationships/slide" Target="/ppt/slides/slide9.xml" Id="R36bf10df14c34fd9" /><Relationship Type="http://schemas.openxmlformats.org/officeDocument/2006/relationships/slide" Target="/ppt/slides/slide10.xml" Id="R27534808fe6a4702" /><Relationship Type="http://schemas.openxmlformats.org/officeDocument/2006/relationships/slide" Target="/ppt/slides/slide11.xml" Id="R1aaf8b9d8ee1409f" /><Relationship Type="http://schemas.openxmlformats.org/officeDocument/2006/relationships/slide" Target="/ppt/slides/slide12.xml" Id="R720ba65a5d9f4dab" /><Relationship Type="http://schemas.openxmlformats.org/officeDocument/2006/relationships/slide" Target="/ppt/slides/slide13.xml" Id="R5d3bf47fb84c4d43" /><Relationship Type="http://schemas.openxmlformats.org/officeDocument/2006/relationships/slide" Target="/ppt/slides/slide14.xml" Id="R36ea238e6b3544e8" /><Relationship Type="http://schemas.openxmlformats.org/officeDocument/2006/relationships/slide" Target="/ppt/slides/slide15.xml" Id="Rb8ee96ce2b0341b0" /><Relationship Type="http://schemas.openxmlformats.org/officeDocument/2006/relationships/slide" Target="/ppt/slides/slide16.xml" Id="R9513e01fe10446bc" /><Relationship Type="http://schemas.openxmlformats.org/officeDocument/2006/relationships/slide" Target="/ppt/slides/slide17.xml" Id="R9c7dae8df83e498b" /><Relationship Type="http://schemas.openxmlformats.org/officeDocument/2006/relationships/slide" Target="/ppt/slides/slide18.xml" Id="R9ce63fc85fc140b1" /><Relationship Type="http://schemas.openxmlformats.org/officeDocument/2006/relationships/slide" Target="/ppt/slides/slide19.xml" Id="R0ca74f4cebc244ab" /><Relationship Type="http://schemas.openxmlformats.org/officeDocument/2006/relationships/slide" Target="/ppt/slides/slide20.xml" Id="Re2971669329b42fc" /><Relationship Type="http://schemas.openxmlformats.org/officeDocument/2006/relationships/slide" Target="/ppt/slides/slide21.xml" Id="R2c557def419545eb" /><Relationship Type="http://schemas.openxmlformats.org/officeDocument/2006/relationships/slide" Target="/ppt/slides/slide22.xml" Id="R744e2fa33e574045" /><Relationship Type="http://schemas.openxmlformats.org/officeDocument/2006/relationships/slide" Target="/ppt/slides/slide23.xml" Id="Raa65f5449ab94068" /><Relationship Type="http://schemas.openxmlformats.org/officeDocument/2006/relationships/slide" Target="/ppt/slides/slide24.xml" Id="R8955cb6d7bea4ee0" /><Relationship Type="http://schemas.openxmlformats.org/officeDocument/2006/relationships/slide" Target="/ppt/slides/slide25.xml" Id="Ra2e551576c6a462f" /><Relationship Type="http://schemas.openxmlformats.org/officeDocument/2006/relationships/slide" Target="/ppt/slides/slide26.xml" Id="R4336ce5b86a94c1f" /><Relationship Type="http://schemas.openxmlformats.org/officeDocument/2006/relationships/slide" Target="/ppt/slides/slide27.xml" Id="R15d7b257b9d441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83f55e21644e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249f95a6a348e9" /><Relationship Type="http://schemas.openxmlformats.org/officeDocument/2006/relationships/notesMaster" Target="/ppt/notesMasters/notesMaster1.xml" Id="Rbcc0631298cb41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3b1bc6acf54cfd" /><Relationship Type="http://schemas.openxmlformats.org/officeDocument/2006/relationships/notesMaster" Target="/ppt/notesMasters/notesMaster1.xml" Id="R79fa4c4404d24d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fa3bcffacf46c3" /><Relationship Type="http://schemas.openxmlformats.org/officeDocument/2006/relationships/notesMaster" Target="/ppt/notesMasters/notesMaster1.xml" Id="R8158ffd10b6747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421d549e964b03" /><Relationship Type="http://schemas.openxmlformats.org/officeDocument/2006/relationships/notesMaster" Target="/ppt/notesMasters/notesMaster1.xml" Id="Rebb3936f83754e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6f00c228aa4a9d" /><Relationship Type="http://schemas.openxmlformats.org/officeDocument/2006/relationships/notesMaster" Target="/ppt/notesMasters/notesMaster1.xml" Id="Rfb806baca6b540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dee50b75ee405b" /><Relationship Type="http://schemas.openxmlformats.org/officeDocument/2006/relationships/notesMaster" Target="/ppt/notesMasters/notesMaster1.xml" Id="Re6e241a6c23e4b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f1509c8ccc49c8" /><Relationship Type="http://schemas.openxmlformats.org/officeDocument/2006/relationships/notesMaster" Target="/ppt/notesMasters/notesMaster1.xml" Id="R0a8885f162ac46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2dcee82ed94532" /><Relationship Type="http://schemas.openxmlformats.org/officeDocument/2006/relationships/notesMaster" Target="/ppt/notesMasters/notesMaster1.xml" Id="Ra7373496ab5a4f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c53d5f0ad7c47f5" /><Relationship Type="http://schemas.openxmlformats.org/officeDocument/2006/relationships/notesMaster" Target="/ppt/notesMasters/notesMaster1.xml" Id="R17fbb3b2e53849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3ed25b51424b20" /><Relationship Type="http://schemas.openxmlformats.org/officeDocument/2006/relationships/notesMaster" Target="/ppt/notesMasters/notesMaster1.xml" Id="R91b8a654cd2042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53e08d74644b81" /><Relationship Type="http://schemas.openxmlformats.org/officeDocument/2006/relationships/notesMaster" Target="/ppt/notesMasters/notesMaster1.xml" Id="Rc06dd3e88f934e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fc698f33c5427a" /><Relationship Type="http://schemas.openxmlformats.org/officeDocument/2006/relationships/notesMaster" Target="/ppt/notesMasters/notesMaster1.xml" Id="R5e7b5076157b4c8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d8c5ce17fb04e5e" /><Relationship Type="http://schemas.openxmlformats.org/officeDocument/2006/relationships/notesMaster" Target="/ppt/notesMasters/notesMaster1.xml" Id="Rd9638588156e483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06898c08a2a450a" /><Relationship Type="http://schemas.openxmlformats.org/officeDocument/2006/relationships/notesMaster" Target="/ppt/notesMasters/notesMaster1.xml" Id="R60209f74afda4f2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c5cb87bd484f1b" /><Relationship Type="http://schemas.openxmlformats.org/officeDocument/2006/relationships/notesMaster" Target="/ppt/notesMasters/notesMaster1.xml" Id="R0f35ff0ed0e6426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194c2b09c44c86" /><Relationship Type="http://schemas.openxmlformats.org/officeDocument/2006/relationships/notesMaster" Target="/ppt/notesMasters/notesMaster1.xml" Id="Reb5ddb9ed47647d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ec8f41e9974b1b" /><Relationship Type="http://schemas.openxmlformats.org/officeDocument/2006/relationships/notesMaster" Target="/ppt/notesMasters/notesMaster1.xml" Id="R438d27d0d5da4d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a048f00995e4493" /><Relationship Type="http://schemas.openxmlformats.org/officeDocument/2006/relationships/notesMaster" Target="/ppt/notesMasters/notesMaster1.xml" Id="R44ba509a03b54b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b2101b671604c01" /><Relationship Type="http://schemas.openxmlformats.org/officeDocument/2006/relationships/notesMaster" Target="/ppt/notesMasters/notesMaster1.xml" Id="R7a3e89972891434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c9a368ba98947f0" /><Relationship Type="http://schemas.openxmlformats.org/officeDocument/2006/relationships/notesMaster" Target="/ppt/notesMasters/notesMaster1.xml" Id="R951926501da748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824baea2c4f44db" /><Relationship Type="http://schemas.openxmlformats.org/officeDocument/2006/relationships/notesMaster" Target="/ppt/notesMasters/notesMaster1.xml" Id="R7aaa63c8d55f4a6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3905ffd218b4c36" /><Relationship Type="http://schemas.openxmlformats.org/officeDocument/2006/relationships/notesMaster" Target="/ppt/notesMasters/notesMaster1.xml" Id="R1dd9e435482347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f5bca0168714588" /><Relationship Type="http://schemas.openxmlformats.org/officeDocument/2006/relationships/notesMaster" Target="/ppt/notesMasters/notesMaster1.xml" Id="R522496bfad81416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0610038a14441a" /><Relationship Type="http://schemas.openxmlformats.org/officeDocument/2006/relationships/notesMaster" Target="/ppt/notesMasters/notesMaster1.xml" Id="Reb6de9d98d44435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eb55e6248d648ec" /><Relationship Type="http://schemas.openxmlformats.org/officeDocument/2006/relationships/notesMaster" Target="/ppt/notesMasters/notesMaster1.xml" Id="R2693bfed3a5a453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05e1271fc414822" /><Relationship Type="http://schemas.openxmlformats.org/officeDocument/2006/relationships/notesMaster" Target="/ppt/notesMasters/notesMaster1.xml" Id="R510be9f058d84fd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40615c0608544f4" /><Relationship Type="http://schemas.openxmlformats.org/officeDocument/2006/relationships/notesMaster" Target="/ppt/notesMasters/notesMaster1.xml" Id="R36510571304345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Western bloc</a:t>
            </a:r>
          </a:p>
          <a:p xmlns:a="http://schemas.openxmlformats.org/drawingml/2006/main">
            <a:r>
              <a:t>NATO</a:t>
            </a:r>
          </a:p>
          <a:p xmlns:a="http://schemas.openxmlformats.org/drawingml/2006/main">
            <a:r>
              <a:t>Eastern bloc</a:t>
            </a:r>
          </a:p>
          <a:p xmlns:a="http://schemas.openxmlformats.org/drawingml/2006/main">
            <a:r>
              <a:t>Warsaw Pact</a:t>
            </a:r>
          </a:p>
          <a:p xmlns:a="http://schemas.openxmlformats.org/drawingml/2006/main">
            <a:r>
              <a:t>Neutral countries</a:t>
            </a:r>
          </a:p>
          <a:p xmlns:a="http://schemas.openxmlformats.org/drawingml/2006/main">
            <a:r>
              <a:t>Non-aligned Yugoslavia</a:t>
            </a:r>
          </a:p>
          <a:p xmlns:a="http://schemas.openxmlformats.org/drawingml/2006/main">
            <a:r>
              <a:t>Albania: left the Warsaw Pact in 1968</a:t>
            </a:r>
          </a:p>
          <a:p xmlns:a="http://schemas.openxmlformats.org/drawingml/2006/main">
            <a:r>
              <a:t>Iron Curtain</a:t>
            </a:r>
          </a:p>
          <a:p xmlns:a="http://schemas.openxmlformats.org/drawingml/2006/main">
            <a:r>
              <a:t/>
            </a:r>
          </a:p>
          <a:p xmlns:a="http://schemas.openxmlformats.org/drawingml/2006/main">
            <a:r>
              <a:t>Later Cold War alignments; memberships changed over time. Map: Sémhur / Wikimedia Commons, CC BY-SA 4.0,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Two separate trade blocs</a:t>
            </a:r>
          </a:p>
          <a:p xmlns:a="http://schemas.openxmlformats.org/drawingml/2006/main">
            <a:r>
              <a:t/>
            </a:r>
          </a:p>
          <a:p xmlns:a="http://schemas.openxmlformats.org/drawingml/2006/main">
            <a:r>
              <a:t>EEC: six members</a:t>
            </a:r>
          </a:p>
          <a:p xmlns:a="http://schemas.openxmlformats.org/drawingml/2006/main">
            <a:r>
              <a:t>A customs union</a:t>
            </a:r>
          </a:p>
          <a:p xmlns:a="http://schemas.openxmlformats.org/drawingml/2006/main">
            <a:r>
              <a:t/>
            </a:r>
          </a:p>
          <a:p xmlns:a="http://schemas.openxmlformats.org/drawingml/2006/main">
            <a:r>
              <a:t>EFTA: seven members</a:t>
            </a:r>
          </a:p>
          <a:p xmlns:a="http://schemas.openxmlformats.org/drawingml/2006/main">
            <a:r>
              <a:t>A free-trade area</a:t>
            </a:r>
          </a:p>
          <a:p xmlns:a="http://schemas.openxmlformats.org/drawingml/2006/main">
            <a:r>
              <a:t/>
            </a:r>
          </a:p>
          <a:p xmlns:a="http://schemas.openxmlformats.org/drawingml/2006/main">
            <a:r>
              <a:t>Finland: EFTA associate</a:t>
            </a:r>
          </a:p>
          <a:p xmlns:a="http://schemas.openxmlformats.org/drawingml/2006/main">
            <a:r>
              <a:t/>
            </a:r>
          </a:p>
          <a:p xmlns:a="http://schemas.openxmlformats.org/drawingml/2006/main">
            <a:r>
              <a:t>AT Austria · BE Belgium · CH Switzerland</a:t>
            </a:r>
          </a:p>
          <a:p xmlns:a="http://schemas.openxmlformats.org/drawingml/2006/main">
            <a:r>
              <a:t>DK Denmark · LU Luxembourg</a:t>
            </a:r>
          </a:p>
          <a:p xmlns:a="http://schemas.openxmlformats.org/drawingml/2006/main">
            <a:r>
              <a:t>NL Netherlands · PT Portugal</a:t>
            </a:r>
          </a:p>
          <a:p xmlns:a="http://schemas.openxmlformats.org/drawingml/2006/main">
            <a:r>
              <a:t/>
            </a:r>
          </a:p>
          <a:p xmlns:a="http://schemas.openxmlformats.org/drawingml/2006/main">
            <a:r>
              <a:t>Historical membership: Baldwin and Wyplosz; EFTA. Map adapted from Sémhur, CC BY-SA 4.0.</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EEC: nine members</a:t>
            </a:r>
          </a:p>
          <a:p xmlns:a="http://schemas.openxmlformats.org/drawingml/2006/main">
            <a:r>
              <a:t>EFTA members</a:t>
            </a:r>
          </a:p>
          <a:p xmlns:a="http://schemas.openxmlformats.org/drawingml/2006/main">
            <a:r>
              <a:t>Finland: associate</a:t>
            </a:r>
          </a:p>
          <a:p xmlns:a="http://schemas.openxmlformats.org/drawingml/2006/main">
            <a:r>
              <a:t/>
            </a:r>
          </a:p>
          <a:p xmlns:a="http://schemas.openxmlformats.org/drawingml/2006/main">
            <a:r>
              <a:t>Industrial free-trade agreements now link the two blocs.</a:t>
            </a:r>
          </a:p>
          <a:p xmlns:a="http://schemas.openxmlformats.org/drawingml/2006/main">
            <a:r>
              <a:t/>
            </a:r>
          </a:p>
          <a:p xmlns:a="http://schemas.openxmlformats.org/drawingml/2006/main">
            <a:r>
              <a:t>Mid-1970s; industrial tariffs phased out by 1977. EFTA history. Map adapted from Sémhur, CC BY-SA 4.0.</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David Hasselhoff above the Berlin Wall, 31 December 1989.</a:t>
            </a:r>
          </a:p>
          <a:p xmlns:a="http://schemas.openxmlformats.org/drawingml/2006/main">
            <a:r>
              <a:t>Photograph: Wöstmann/picture alliance/Getty Images, via TIME.</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6f283cf43f4d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30abb19f8c4ca8" /><Relationship Type="http://schemas.openxmlformats.org/officeDocument/2006/relationships/slideLayout" Target="/ppt/slideLayouts/slideLayout1.xml" Id="Rf2de4c0ac8f345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de4c0ac8f345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859d1a5f2df4622" /><Relationship Type="http://schemas.openxmlformats.org/officeDocument/2006/relationships/image" Target="/ppt/media/image.jpeg" Id="R93a386808c874202" /><Relationship Type="http://schemas.openxmlformats.org/officeDocument/2006/relationships/notesSlide" Target="/ppt/notesSlides/notesSlide1.xml" Id="R5be257b5a14b47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70b87866c64cc1" /><Relationship Type="http://schemas.openxmlformats.org/officeDocument/2006/relationships/image" Target="/ppt/media/image2.jpeg" Id="R440b1d4384d345e5" /><Relationship Type="http://schemas.openxmlformats.org/officeDocument/2006/relationships/notesSlide" Target="/ppt/notesSlides/notesSlide2.xml" Id="R1959cd3556d24e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1dd782d1584d88" /><Relationship Type="http://schemas.openxmlformats.org/officeDocument/2006/relationships/image" Target="/ppt/media/image3.jpeg" Id="R208e5dcea8cd42da" /><Relationship Type="http://schemas.openxmlformats.org/officeDocument/2006/relationships/notesSlide" Target="/ppt/notesSlides/notesSlide3.xml" Id="R14f63935245147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a305a74f93b40d4" /><Relationship Type="http://schemas.openxmlformats.org/officeDocument/2006/relationships/image" Target="/ppt/media/image4.jpeg" Id="Rf6f55cf506284a31" /><Relationship Type="http://schemas.openxmlformats.org/officeDocument/2006/relationships/notesSlide" Target="/ppt/notesSlides/notesSlide4.xml" Id="Rc205fd0f8a8340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5ab46706634fb6" /><Relationship Type="http://schemas.openxmlformats.org/officeDocument/2006/relationships/image" Target="/ppt/media/image5.jpeg" Id="Rb1c963625d664060" /><Relationship Type="http://schemas.openxmlformats.org/officeDocument/2006/relationships/notesSlide" Target="/ppt/notesSlides/notesSlide5.xml" Id="R3caf26a8148242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16e5b0529de4eba" /><Relationship Type="http://schemas.openxmlformats.org/officeDocument/2006/relationships/image" Target="/ppt/media/image6.jpeg" Id="R776dd8a9684f4825" /><Relationship Type="http://schemas.openxmlformats.org/officeDocument/2006/relationships/notesSlide" Target="/ppt/notesSlides/notesSlide6.xml" Id="Rf5325250cabd48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113e59628524f3d" /><Relationship Type="http://schemas.openxmlformats.org/officeDocument/2006/relationships/image" Target="/ppt/media/image7.jpeg" Id="R95bdaf62b1a84ac3" /><Relationship Type="http://schemas.openxmlformats.org/officeDocument/2006/relationships/notesSlide" Target="/ppt/notesSlides/notesSlide7.xml" Id="R55b84f20df7245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3cdf22f0342424e" /><Relationship Type="http://schemas.openxmlformats.org/officeDocument/2006/relationships/image" Target="/ppt/media/image8.jpeg" Id="R473d4f9a3093416b" /><Relationship Type="http://schemas.openxmlformats.org/officeDocument/2006/relationships/notesSlide" Target="/ppt/notesSlides/notesSlide8.xml" Id="R46ea7693294f458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204df6675c74dea" /><Relationship Type="http://schemas.openxmlformats.org/officeDocument/2006/relationships/image" Target="/ppt/media/image.png" Id="Rfd117c48e1de4cb5" /><Relationship Type="http://schemas.openxmlformats.org/officeDocument/2006/relationships/notesSlide" Target="/ppt/notesSlides/notesSlide9.xml" Id="R5ef6b50cbe3746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658fa3ca5444894" /><Relationship Type="http://schemas.openxmlformats.org/officeDocument/2006/relationships/image" Target="/ppt/media/image9.jpeg" Id="R2028ee3ac7fd47f1" /><Relationship Type="http://schemas.openxmlformats.org/officeDocument/2006/relationships/notesSlide" Target="/ppt/notesSlides/notesSlide10.xml" Id="Rb1dc03914fb943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242ec26fb9c4991" /><Relationship Type="http://schemas.openxmlformats.org/officeDocument/2006/relationships/image" Target="/ppt/media/image10.jpeg" Id="R690cc37fe6894df6" /><Relationship Type="http://schemas.openxmlformats.org/officeDocument/2006/relationships/notesSlide" Target="/ppt/notesSlides/notesSlide11.xml" Id="R4b965800b85541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a9d56ba5b14ac3" /><Relationship Type="http://schemas.openxmlformats.org/officeDocument/2006/relationships/image" Target="/ppt/media/image11.jpeg" Id="Red923f01a67e4889" /><Relationship Type="http://schemas.openxmlformats.org/officeDocument/2006/relationships/notesSlide" Target="/ppt/notesSlides/notesSlide12.xml" Id="R9ecd255e438e4d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b691ae110845bb" /><Relationship Type="http://schemas.openxmlformats.org/officeDocument/2006/relationships/image" Target="/ppt/media/image12.jpeg" Id="Rc71f671f09b54098" /><Relationship Type="http://schemas.openxmlformats.org/officeDocument/2006/relationships/notesSlide" Target="/ppt/notesSlides/notesSlide13.xml" Id="Rced31b173fa24d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265ac414c0844f2" /><Relationship Type="http://schemas.openxmlformats.org/officeDocument/2006/relationships/image" Target="/ppt/media/image13.jpeg" Id="Rf41568baea9c47d9" /><Relationship Type="http://schemas.openxmlformats.org/officeDocument/2006/relationships/notesSlide" Target="/ppt/notesSlides/notesSlide14.xml" Id="R353e9da19b494db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4077927346a4de5" /><Relationship Type="http://schemas.openxmlformats.org/officeDocument/2006/relationships/image" Target="/ppt/media/image14.jpeg" Id="Rf77782b366244b5b" /><Relationship Type="http://schemas.openxmlformats.org/officeDocument/2006/relationships/notesSlide" Target="/ppt/notesSlides/notesSlide15.xml" Id="Rb4e74233206e4f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9f6bf4001494365" /><Relationship Type="http://schemas.openxmlformats.org/officeDocument/2006/relationships/image" Target="/ppt/media/image15.jpeg" Id="R8beb7914471d41d0" /><Relationship Type="http://schemas.openxmlformats.org/officeDocument/2006/relationships/notesSlide" Target="/ppt/notesSlides/notesSlide16.xml" Id="Rd170490bfe67438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9bc2c1139204d37" /><Relationship Type="http://schemas.openxmlformats.org/officeDocument/2006/relationships/image" Target="/ppt/media/image2.png" Id="R8869a38084d04c2d" /><Relationship Type="http://schemas.openxmlformats.org/officeDocument/2006/relationships/notesSlide" Target="/ppt/notesSlides/notesSlide17.xml" Id="Rafcad66a234c417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08f5f38b5514601" /><Relationship Type="http://schemas.openxmlformats.org/officeDocument/2006/relationships/image" Target="/ppt/media/image3.png" Id="R62554359054340de" /><Relationship Type="http://schemas.openxmlformats.org/officeDocument/2006/relationships/notesSlide" Target="/ppt/notesSlides/notesSlide18.xml" Id="Ra566884775374c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e4215cfc21e4680" /><Relationship Type="http://schemas.openxmlformats.org/officeDocument/2006/relationships/image" Target="/ppt/media/image4.png" Id="R197ea481dd5b4055" /><Relationship Type="http://schemas.openxmlformats.org/officeDocument/2006/relationships/notesSlide" Target="/ppt/notesSlides/notesSlide19.xml" Id="Rc12f231660494f5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d76f8cef1dc4581" /><Relationship Type="http://schemas.openxmlformats.org/officeDocument/2006/relationships/image" Target="/ppt/media/image16.jpeg" Id="Ref09b451adb94707" /><Relationship Type="http://schemas.openxmlformats.org/officeDocument/2006/relationships/notesSlide" Target="/ppt/notesSlides/notesSlide20.xml" Id="R21469db2405c4ed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8fe2d8a600843e9" /><Relationship Type="http://schemas.openxmlformats.org/officeDocument/2006/relationships/image" Target="/ppt/media/image17.jpeg" Id="R0d8e71dc7b0d49ac" /><Relationship Type="http://schemas.openxmlformats.org/officeDocument/2006/relationships/notesSlide" Target="/ppt/notesSlides/notesSlide21.xml" Id="R27b74decf29f4a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d29c9b21fe94044" /><Relationship Type="http://schemas.openxmlformats.org/officeDocument/2006/relationships/image" Target="/ppt/media/image18.jpeg" Id="R44b809c96f8e474f" /><Relationship Type="http://schemas.openxmlformats.org/officeDocument/2006/relationships/notesSlide" Target="/ppt/notesSlides/notesSlide22.xml" Id="Rfeaca9478ee0429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d1a5d861e274a77" /><Relationship Type="http://schemas.openxmlformats.org/officeDocument/2006/relationships/image" Target="/ppt/media/image19.jpeg" Id="R07e532ddf58c4943" /><Relationship Type="http://schemas.openxmlformats.org/officeDocument/2006/relationships/notesSlide" Target="/ppt/notesSlides/notesSlide23.xml" Id="R05d3670407d742b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9ad4f6263cf4d2f" /><Relationship Type="http://schemas.openxmlformats.org/officeDocument/2006/relationships/image" Target="/ppt/media/image20.jpeg" Id="R1bc8e1c26d2c4995" /><Relationship Type="http://schemas.openxmlformats.org/officeDocument/2006/relationships/notesSlide" Target="/ppt/notesSlides/notesSlide24.xml" Id="Rf90aa23f9f95466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6bbe010c560429b" /><Relationship Type="http://schemas.openxmlformats.org/officeDocument/2006/relationships/image" Target="/ppt/media/image21.jpeg" Id="Re1478363513d4df2" /><Relationship Type="http://schemas.openxmlformats.org/officeDocument/2006/relationships/notesSlide" Target="/ppt/notesSlides/notesSlide25.xml" Id="Rc26a7e6b6ba840c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a06a8c0ff8f4503" /><Relationship Type="http://schemas.openxmlformats.org/officeDocument/2006/relationships/image" Target="/ppt/media/image22.jpeg" Id="R820119bbc4af4ecd" /><Relationship Type="http://schemas.openxmlformats.org/officeDocument/2006/relationships/notesSlide" Target="/ppt/notesSlides/notesSlide26.xml" Id="R918d42037cfe48e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d1dd4150b0a4336" /><Relationship Type="http://schemas.openxmlformats.org/officeDocument/2006/relationships/image" Target="/ppt/media/image5.png" Id="Rccdbff287a6d4a63" /><Relationship Type="http://schemas.openxmlformats.org/officeDocument/2006/relationships/notesSlide" Target="/ppt/notesSlides/notesSlide27.xml" Id="Ra1010b41c9f9498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3a386808c87420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6896755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0b1d4384d345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410652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08e5dcea8cd42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603150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6f55cf506284a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950315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1c963625d66406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011041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76dd8a9684f482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334505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5bdaf62b1a84ac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5944142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73d4f9a3093416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8264070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d117c48e1de4c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726459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028ee3ac7fd47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0628743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90cc37fe6894df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6308366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d923f01a67e488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6489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71f671f09b5409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685514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41568baea9c47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1629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77782b366244b5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84713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beb7914471d41d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7840255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869a38084d04c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838337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2554359054340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344091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7ea481dd5b405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4444408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f09b451adb947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391008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d8e71dc7b0d49a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13460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b809c96f8e47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491167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7e532ddf58c494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6574421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bc8e1c26d2c49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631669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1478363513d4df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5585844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0119bbc4af4ec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367700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cdbff287a6d4a6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23109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2026-10-06T12:27:51.8420000Z</dcterms:created>
  <dcterms:modified xsi:type="dcterms:W3CDTF">2026-10-06T12:27:51.8420000Z</dcterms:modified>
</coreProperties>
</file>