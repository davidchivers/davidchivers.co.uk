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0406dfd7a343e3" /><Relationship Type="http://schemas.openxmlformats.org/officeDocument/2006/relationships/extended-properties" Target="/docProps/app.xml" Id="R9d67bc0d4a1743ff" /><Relationship Type="http://schemas.openxmlformats.org/officeDocument/2006/relationships/officeDocument" Target="/ppt/presentation.xml" Id="R7ea2cfaf054844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613fa455eb4877"/>
  </p:sldMasterIdLst>
  <p:notesMasterIdLst>
    <p:notesMasterId xmlns:r="http://schemas.openxmlformats.org/officeDocument/2006/relationships" r:id="R4f5dde856672442a"/>
  </p:notesMasterIdLst>
  <p:sldIdLst>
    <p:sldId xmlns:r="http://schemas.openxmlformats.org/officeDocument/2006/relationships" id="256" r:id="R02170ea269874f18"/>
    <p:sldId xmlns:r="http://schemas.openxmlformats.org/officeDocument/2006/relationships" id="257" r:id="R215dff669dc44170"/>
    <p:sldId xmlns:r="http://schemas.openxmlformats.org/officeDocument/2006/relationships" id="258" r:id="R0be566171e544a7a"/>
    <p:sldId xmlns:r="http://schemas.openxmlformats.org/officeDocument/2006/relationships" id="259" r:id="Rc7e9ab2fe0a54d7d"/>
    <p:sldId xmlns:r="http://schemas.openxmlformats.org/officeDocument/2006/relationships" id="260" r:id="R3f000d1f02974ed2"/>
    <p:sldId xmlns:r="http://schemas.openxmlformats.org/officeDocument/2006/relationships" id="261" r:id="R8990d64007ac4d3f"/>
    <p:sldId xmlns:r="http://schemas.openxmlformats.org/officeDocument/2006/relationships" id="262" r:id="R566d1c5cb37f4db5"/>
    <p:sldId xmlns:r="http://schemas.openxmlformats.org/officeDocument/2006/relationships" id="263" r:id="R3f01676a6f5d4437"/>
    <p:sldId xmlns:r="http://schemas.openxmlformats.org/officeDocument/2006/relationships" id="264" r:id="Rd19f72a024f1419e"/>
    <p:sldId xmlns:r="http://schemas.openxmlformats.org/officeDocument/2006/relationships" id="265" r:id="R66f4c182ee824723"/>
    <p:sldId xmlns:r="http://schemas.openxmlformats.org/officeDocument/2006/relationships" id="266" r:id="Rfeb7233fe8b44216"/>
    <p:sldId xmlns:r="http://schemas.openxmlformats.org/officeDocument/2006/relationships" id="267" r:id="Ref407a978cfa45a3"/>
    <p:sldId xmlns:r="http://schemas.openxmlformats.org/officeDocument/2006/relationships" id="268" r:id="R75e48663f682444c"/>
    <p:sldId xmlns:r="http://schemas.openxmlformats.org/officeDocument/2006/relationships" id="269" r:id="Ra0ede555e0044128"/>
    <p:sldId xmlns:r="http://schemas.openxmlformats.org/officeDocument/2006/relationships" id="270" r:id="R1f7ff7fc91f04d76"/>
    <p:sldId xmlns:r="http://schemas.openxmlformats.org/officeDocument/2006/relationships" id="271" r:id="Rdfc3738a5e1d49c3"/>
    <p:sldId xmlns:r="http://schemas.openxmlformats.org/officeDocument/2006/relationships" id="272" r:id="R0597f5388907465c"/>
    <p:sldId xmlns:r="http://schemas.openxmlformats.org/officeDocument/2006/relationships" id="273" r:id="R6d0d2c8c113c4c96"/>
    <p:sldId xmlns:r="http://schemas.openxmlformats.org/officeDocument/2006/relationships" id="274" r:id="R9a66721c55b04ff8"/>
    <p:sldId xmlns:r="http://schemas.openxmlformats.org/officeDocument/2006/relationships" id="275" r:id="R658c076fd9b448a4"/>
    <p:sldId xmlns:r="http://schemas.openxmlformats.org/officeDocument/2006/relationships" id="276" r:id="R858c67cc6f894e59"/>
    <p:sldId xmlns:r="http://schemas.openxmlformats.org/officeDocument/2006/relationships" id="277" r:id="Rda83727111e54c6d"/>
    <p:sldId xmlns:r="http://schemas.openxmlformats.org/officeDocument/2006/relationships" id="278" r:id="R9b094f9913ac4011"/>
    <p:sldId xmlns:r="http://schemas.openxmlformats.org/officeDocument/2006/relationships" id="279" r:id="Rd670f69c8a064ca4"/>
    <p:sldId xmlns:r="http://schemas.openxmlformats.org/officeDocument/2006/relationships" id="280" r:id="R6e9f996ac3314d6e"/>
    <p:sldId xmlns:r="http://schemas.openxmlformats.org/officeDocument/2006/relationships" id="281" r:id="R5b4bf31563af4b78"/>
    <p:sldId xmlns:r="http://schemas.openxmlformats.org/officeDocument/2006/relationships" id="282" r:id="R28f19b7b76924776"/>
    <p:sldId xmlns:r="http://schemas.openxmlformats.org/officeDocument/2006/relationships" id="283" r:id="Ra9f22dbfcdec4c6b"/>
    <p:sldId xmlns:r="http://schemas.openxmlformats.org/officeDocument/2006/relationships" id="284" r:id="R7225b91db9e9471d"/>
    <p:sldId xmlns:r="http://schemas.openxmlformats.org/officeDocument/2006/relationships" id="285" r:id="R4b06b3c2c4fe4b36"/>
    <p:sldId xmlns:r="http://schemas.openxmlformats.org/officeDocument/2006/relationships" id="286" r:id="R559d552eea2341e2"/>
    <p:sldId xmlns:r="http://schemas.openxmlformats.org/officeDocument/2006/relationships" id="287" r:id="Rd9bc280fa2b841a1"/>
    <p:sldId xmlns:r="http://schemas.openxmlformats.org/officeDocument/2006/relationships" id="288" r:id="Refa194ef1ba447b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cabe4f8ddba43ff" /><Relationship Type="http://schemas.openxmlformats.org/officeDocument/2006/relationships/slideMaster" Target="/ppt/slideMasters/slideMaster1.xml" Id="Rc4613fa455eb4877" /><Relationship Type="http://schemas.openxmlformats.org/officeDocument/2006/relationships/notesMaster" Target="/ppt/notesMasters/notesMaster1.xml" Id="R4f5dde856672442a" /><Relationship Type="http://schemas.openxmlformats.org/officeDocument/2006/relationships/presProps" Target="/ppt/presProps.xml" Id="Rcb0cd6563fdd4202" /><Relationship Type="http://schemas.openxmlformats.org/officeDocument/2006/relationships/tableStyles" Target="/ppt/tableStyles.xml" Id="Ra39c2a4a2f8245b7" /><Relationship Type="http://schemas.openxmlformats.org/officeDocument/2006/relationships/slide" Target="/ppt/slides/slide1.xml" Id="R02170ea269874f18" /><Relationship Type="http://schemas.openxmlformats.org/officeDocument/2006/relationships/slide" Target="/ppt/slides/slide2.xml" Id="R215dff669dc44170" /><Relationship Type="http://schemas.openxmlformats.org/officeDocument/2006/relationships/slide" Target="/ppt/slides/slide3.xml" Id="R0be566171e544a7a" /><Relationship Type="http://schemas.openxmlformats.org/officeDocument/2006/relationships/slide" Target="/ppt/slides/slide4.xml" Id="Rc7e9ab2fe0a54d7d" /><Relationship Type="http://schemas.openxmlformats.org/officeDocument/2006/relationships/slide" Target="/ppt/slides/slide5.xml" Id="R3f000d1f02974ed2" /><Relationship Type="http://schemas.openxmlformats.org/officeDocument/2006/relationships/slide" Target="/ppt/slides/slide6.xml" Id="R8990d64007ac4d3f" /><Relationship Type="http://schemas.openxmlformats.org/officeDocument/2006/relationships/slide" Target="/ppt/slides/slide7.xml" Id="R566d1c5cb37f4db5" /><Relationship Type="http://schemas.openxmlformats.org/officeDocument/2006/relationships/slide" Target="/ppt/slides/slide8.xml" Id="R3f01676a6f5d4437" /><Relationship Type="http://schemas.openxmlformats.org/officeDocument/2006/relationships/slide" Target="/ppt/slides/slide9.xml" Id="Rd19f72a024f1419e" /><Relationship Type="http://schemas.openxmlformats.org/officeDocument/2006/relationships/slide" Target="/ppt/slides/slide10.xml" Id="R66f4c182ee824723" /><Relationship Type="http://schemas.openxmlformats.org/officeDocument/2006/relationships/slide" Target="/ppt/slides/slide11.xml" Id="Rfeb7233fe8b44216" /><Relationship Type="http://schemas.openxmlformats.org/officeDocument/2006/relationships/slide" Target="/ppt/slides/slide12.xml" Id="Ref407a978cfa45a3" /><Relationship Type="http://schemas.openxmlformats.org/officeDocument/2006/relationships/slide" Target="/ppt/slides/slide13.xml" Id="R75e48663f682444c" /><Relationship Type="http://schemas.openxmlformats.org/officeDocument/2006/relationships/slide" Target="/ppt/slides/slide14.xml" Id="Ra0ede555e0044128" /><Relationship Type="http://schemas.openxmlformats.org/officeDocument/2006/relationships/slide" Target="/ppt/slides/slide15.xml" Id="R1f7ff7fc91f04d76" /><Relationship Type="http://schemas.openxmlformats.org/officeDocument/2006/relationships/slide" Target="/ppt/slides/slide16.xml" Id="Rdfc3738a5e1d49c3" /><Relationship Type="http://schemas.openxmlformats.org/officeDocument/2006/relationships/slide" Target="/ppt/slides/slide17.xml" Id="R0597f5388907465c" /><Relationship Type="http://schemas.openxmlformats.org/officeDocument/2006/relationships/slide" Target="/ppt/slides/slide18.xml" Id="R6d0d2c8c113c4c96" /><Relationship Type="http://schemas.openxmlformats.org/officeDocument/2006/relationships/slide" Target="/ppt/slides/slide19.xml" Id="R9a66721c55b04ff8" /><Relationship Type="http://schemas.openxmlformats.org/officeDocument/2006/relationships/slide" Target="/ppt/slides/slide20.xml" Id="R658c076fd9b448a4" /><Relationship Type="http://schemas.openxmlformats.org/officeDocument/2006/relationships/slide" Target="/ppt/slides/slide21.xml" Id="R858c67cc6f894e59" /><Relationship Type="http://schemas.openxmlformats.org/officeDocument/2006/relationships/slide" Target="/ppt/slides/slide22.xml" Id="Rda83727111e54c6d" /><Relationship Type="http://schemas.openxmlformats.org/officeDocument/2006/relationships/slide" Target="/ppt/slides/slide23.xml" Id="R9b094f9913ac4011" /><Relationship Type="http://schemas.openxmlformats.org/officeDocument/2006/relationships/slide" Target="/ppt/slides/slide24.xml" Id="Rd670f69c8a064ca4" /><Relationship Type="http://schemas.openxmlformats.org/officeDocument/2006/relationships/slide" Target="/ppt/slides/slide25.xml" Id="R6e9f996ac3314d6e" /><Relationship Type="http://schemas.openxmlformats.org/officeDocument/2006/relationships/slide" Target="/ppt/slides/slide26.xml" Id="R5b4bf31563af4b78" /><Relationship Type="http://schemas.openxmlformats.org/officeDocument/2006/relationships/slide" Target="/ppt/slides/slide27.xml" Id="R28f19b7b76924776" /><Relationship Type="http://schemas.openxmlformats.org/officeDocument/2006/relationships/slide" Target="/ppt/slides/slide28.xml" Id="Ra9f22dbfcdec4c6b" /><Relationship Type="http://schemas.openxmlformats.org/officeDocument/2006/relationships/slide" Target="/ppt/slides/slide29.xml" Id="R7225b91db9e9471d" /><Relationship Type="http://schemas.openxmlformats.org/officeDocument/2006/relationships/slide" Target="/ppt/slides/slide30.xml" Id="R4b06b3c2c4fe4b36" /><Relationship Type="http://schemas.openxmlformats.org/officeDocument/2006/relationships/slide" Target="/ppt/slides/slide31.xml" Id="R559d552eea2341e2" /><Relationship Type="http://schemas.openxmlformats.org/officeDocument/2006/relationships/slide" Target="/ppt/slides/slide32.xml" Id="Rd9bc280fa2b841a1" /><Relationship Type="http://schemas.openxmlformats.org/officeDocument/2006/relationships/slide" Target="/ppt/slides/slide33.xml" Id="Refa194ef1ba447b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956e2e4e7314b9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2f14857897e4037" /><Relationship Type="http://schemas.openxmlformats.org/officeDocument/2006/relationships/notesMaster" Target="/ppt/notesMasters/notesMaster1.xml" Id="Re5e72d68bb0b4ed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4b0d0b63ed948b5" /><Relationship Type="http://schemas.openxmlformats.org/officeDocument/2006/relationships/notesMaster" Target="/ppt/notesMasters/notesMaster1.xml" Id="Re81180539a0541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b3e30d95da4c52" /><Relationship Type="http://schemas.openxmlformats.org/officeDocument/2006/relationships/notesMaster" Target="/ppt/notesMasters/notesMaster1.xml" Id="Rc16aad7cfdd7494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9df7aac24a84d6a" /><Relationship Type="http://schemas.openxmlformats.org/officeDocument/2006/relationships/notesMaster" Target="/ppt/notesMasters/notesMaster1.xml" Id="R3992d2e3d3cb42c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4bc55bb647349d8" /><Relationship Type="http://schemas.openxmlformats.org/officeDocument/2006/relationships/notesMaster" Target="/ppt/notesMasters/notesMaster1.xml" Id="R2fb6b0d408b64a2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fa4e0c88a3a425a" /><Relationship Type="http://schemas.openxmlformats.org/officeDocument/2006/relationships/notesMaster" Target="/ppt/notesMasters/notesMaster1.xml" Id="R685971d18323436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a3194b9b2544605" /><Relationship Type="http://schemas.openxmlformats.org/officeDocument/2006/relationships/notesMaster" Target="/ppt/notesMasters/notesMaster1.xml" Id="Rbe1f8041352b42a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432df0f0725473a" /><Relationship Type="http://schemas.openxmlformats.org/officeDocument/2006/relationships/notesMaster" Target="/ppt/notesMasters/notesMaster1.xml" Id="R8cc8603457f7424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122dcb87c204c7d" /><Relationship Type="http://schemas.openxmlformats.org/officeDocument/2006/relationships/notesMaster" Target="/ppt/notesMasters/notesMaster1.xml" Id="R4a5412571124462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ca5ac8bb514489b" /><Relationship Type="http://schemas.openxmlformats.org/officeDocument/2006/relationships/notesMaster" Target="/ppt/notesMasters/notesMaster1.xml" Id="Rb7b77b380ff4482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6aa5ee6d7bc44dd" /><Relationship Type="http://schemas.openxmlformats.org/officeDocument/2006/relationships/notesMaster" Target="/ppt/notesMasters/notesMaster1.xml" Id="R77ba8f70bdcf4cc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53ca4048b224535" /><Relationship Type="http://schemas.openxmlformats.org/officeDocument/2006/relationships/notesMaster" Target="/ppt/notesMasters/notesMaster1.xml" Id="R8d7c8fdfd74d4c7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f4a3f0f34314067" /><Relationship Type="http://schemas.openxmlformats.org/officeDocument/2006/relationships/notesMaster" Target="/ppt/notesMasters/notesMaster1.xml" Id="Rcc0e7060a09f4a1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6ad005316494f10" /><Relationship Type="http://schemas.openxmlformats.org/officeDocument/2006/relationships/notesMaster" Target="/ppt/notesMasters/notesMaster1.xml" Id="R397302fb9e00447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6aadc91136246aa" /><Relationship Type="http://schemas.openxmlformats.org/officeDocument/2006/relationships/notesMaster" Target="/ppt/notesMasters/notesMaster1.xml" Id="R544899f29fca4c9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61a5278aa024089" /><Relationship Type="http://schemas.openxmlformats.org/officeDocument/2006/relationships/notesMaster" Target="/ppt/notesMasters/notesMaster1.xml" Id="R580682afd8f146f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5e02ec1a64f4b2a" /><Relationship Type="http://schemas.openxmlformats.org/officeDocument/2006/relationships/notesMaster" Target="/ppt/notesMasters/notesMaster1.xml" Id="R597b5e5de8db420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1eb3031daef4ab4" /><Relationship Type="http://schemas.openxmlformats.org/officeDocument/2006/relationships/notesMaster" Target="/ppt/notesMasters/notesMaster1.xml" Id="R03110750bd43448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1c16fe546804855" /><Relationship Type="http://schemas.openxmlformats.org/officeDocument/2006/relationships/notesMaster" Target="/ppt/notesMasters/notesMaster1.xml" Id="Rf5a52160c0ab4db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8caf2e1505b4c7e" /><Relationship Type="http://schemas.openxmlformats.org/officeDocument/2006/relationships/notesMaster" Target="/ppt/notesMasters/notesMaster1.xml" Id="Re6a5bab9dca241f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99340ccda924fae" /><Relationship Type="http://schemas.openxmlformats.org/officeDocument/2006/relationships/notesMaster" Target="/ppt/notesMasters/notesMaster1.xml" Id="R42a3c8027dda422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56b3298367b4488" /><Relationship Type="http://schemas.openxmlformats.org/officeDocument/2006/relationships/notesMaster" Target="/ppt/notesMasters/notesMaster1.xml" Id="R271ae39a370b42e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0ff91d13c1d443d" /><Relationship Type="http://schemas.openxmlformats.org/officeDocument/2006/relationships/notesMaster" Target="/ppt/notesMasters/notesMaster1.xml" Id="R4578b9fa505c4fc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355ce6a996f4a61" /><Relationship Type="http://schemas.openxmlformats.org/officeDocument/2006/relationships/notesMaster" Target="/ppt/notesMasters/notesMaster1.xml" Id="Ref00ac7e87b041a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9b65becad7e4dc7" /><Relationship Type="http://schemas.openxmlformats.org/officeDocument/2006/relationships/notesMaster" Target="/ppt/notesMasters/notesMaster1.xml" Id="R530901163f7b468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229d90f440e464b" /><Relationship Type="http://schemas.openxmlformats.org/officeDocument/2006/relationships/notesMaster" Target="/ppt/notesMasters/notesMaster1.xml" Id="Rfc530f0b860449b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72bed8299eb484e" /><Relationship Type="http://schemas.openxmlformats.org/officeDocument/2006/relationships/notesMaster" Target="/ppt/notesMasters/notesMaster1.xml" Id="R8b988628319e483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bceaf4c8ed1499c" /><Relationship Type="http://schemas.openxmlformats.org/officeDocument/2006/relationships/notesMaster" Target="/ppt/notesMasters/notesMaster1.xml" Id="Rbc8346c81a6644c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d6b0469a8ba4cd7" /><Relationship Type="http://schemas.openxmlformats.org/officeDocument/2006/relationships/notesMaster" Target="/ppt/notesMasters/notesMaster1.xml" Id="R95cc1c5c80764b2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ad6199ef93b485b" /><Relationship Type="http://schemas.openxmlformats.org/officeDocument/2006/relationships/notesMaster" Target="/ppt/notesMasters/notesMaster1.xml" Id="R555968dd3287402b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295c3049484e4c75" /><Relationship Type="http://schemas.openxmlformats.org/officeDocument/2006/relationships/notesMaster" Target="/ppt/notesMasters/notesMaster1.xml" Id="R7569b9d68dc44748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c6e318ea862f4fcb" /><Relationship Type="http://schemas.openxmlformats.org/officeDocument/2006/relationships/notesMaster" Target="/ppt/notesMasters/notesMaster1.xml" Id="Rbd406f356e1341b9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4b88496f01f84d36" /><Relationship Type="http://schemas.openxmlformats.org/officeDocument/2006/relationships/notesMaster" Target="/ppt/notesMasters/notesMaster1.xml" Id="Rbff41fd3b5b3477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https://davidchivers.co.uk/teaching/macro-applications/lecture_3.html#/title-slide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Economics of Brexit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 3: The Single Market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Dr David Chivers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Macroeconomic Applications and 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Context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One of the main benefits of the Single Market is that firms have access to a bigger market.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larger market means more competition between firms, lower prices and increased consumer welfare.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http://ec.europa.eu/growth/single-market/index_en.htm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Learning objectives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At the end of this topic, you will be able to: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Analyse how increased market size affects:</a:t>
            </a:r>
          </a:p>
          <a:p xmlns:a="http://schemas.openxmlformats.org/drawingml/2006/main">
            <a:r>
              <a:t>Competitiveness: the pro-competitive effect.</a:t>
            </a:r>
          </a:p>
          <a:p xmlns:a="http://schemas.openxmlformats.org/drawingml/2006/main">
            <a:r>
              <a:t>The scale of firms: industrial restructuring.</a:t>
            </a:r>
          </a:p>
          <a:p xmlns:a="http://schemas.openxmlformats.org/drawingml/2006/main">
            <a:r>
              <a:t>Welfare.</a:t>
            </a:r>
          </a:p>
          <a:p xmlns:a="http://schemas.openxmlformats.org/drawingml/2006/main">
            <a:r>
              <a:t>Discuss the empirical evidence on the effects of the Single Market Act on European price-cost margins.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Analytical framework</a:t>
            </a:r>
          </a:p>
          <a:p xmlns:a="http://schemas.openxmlformats.org/drawingml/2006/main">
            <a:r>
              <a:t>Brander and Krugman (1983)</a:t>
            </a:r>
          </a:p>
          <a:p xmlns:a="http://schemas.openxmlformats.org/drawingml/2006/main">
            <a:r>
              <a:t>One good.</a:t>
            </a:r>
          </a:p>
          <a:p xmlns:a="http://schemas.openxmlformats.org/drawingml/2006/main">
            <a:r>
              <a:t>Two countries: Home and Foreign.</a:t>
            </a:r>
          </a:p>
          <a:p xmlns:a="http://schemas.openxmlformats.org/drawingml/2006/main">
            <a:r>
              <a:t>A fixed entry cost and constant marginal cost: increasing returns to scale.</a:t>
            </a:r>
          </a:p>
          <a:p xmlns:a="http://schemas.openxmlformats.org/drawingml/2006/main">
            <a:r>
              <a:t>Linear demand.</a:t>
            </a:r>
          </a:p>
          <a:p xmlns:a="http://schemas.openxmlformats.org/drawingml/2006/main">
            <a:r>
              <a:t>Two versions</a:t>
            </a:r>
          </a:p>
          <a:p xmlns:a="http://schemas.openxmlformats.org/drawingml/2006/main">
            <a:r>
              <a:t>Fixed number of firms: one per country.</a:t>
            </a:r>
          </a:p>
          <a:p xmlns:a="http://schemas.openxmlformats.org/drawingml/2006/main">
            <a:r>
              <a:t>Autarky: two monopolists.</a:t>
            </a:r>
          </a:p>
          <a:p xmlns:a="http://schemas.openxmlformats.org/drawingml/2006/main">
            <a:r>
              <a:t>Open economy: Cournot competition.</a:t>
            </a:r>
          </a:p>
          <a:p xmlns:a="http://schemas.openxmlformats.org/drawingml/2006/main">
            <a:r>
              <a:t>Free entry: the number of firms is determined endogenously.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https://davidchivers.co.uk/teaching/macro-applications/lecture_3.html#/l3-s05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Two monopolistic markets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Monopolist’s problem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max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Solution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𝑀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𝑀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𝜋</a:t>
            </a:r>
          </a:p>
          <a:p xmlns:a="http://schemas.openxmlformats.org/drawingml/2006/main">
            <a:r>
              <a:t>𝑀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Monopoly diagram: marginal revenue crosses marginal cost at monopoly output. Demand determines monopoly price. Average cost lies below price at that output.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two markets integrate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Each firm can sell in both markets. Demand in each country is met by the domestic or foreign firm: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𝑍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(Home demand)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𝑍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(Foreign demand)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Here, 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 and 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 are Home-firm sales; 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 and 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 are Foreign-firm sales.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“Iceberg” transport costs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marginal cost of exporting is 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/</a:t>
            </a:r>
          </a:p>
          <a:p xmlns:a="http://schemas.openxmlformats.org/drawingml/2006/main">
            <a:r>
              <a:t>𝑔</a:t>
            </a:r>
          </a:p>
          <a:p xmlns:a="http://schemas.openxmlformats.org/drawingml/2006/main">
            <a:r>
              <a:t>, where </a:t>
            </a:r>
          </a:p>
          <a:p xmlns:a="http://schemas.openxmlformats.org/drawingml/2006/main">
            <a:r>
              <a:t>0</a:t>
            </a:r>
          </a:p>
          <a:p xmlns:a="http://schemas.openxmlformats.org/drawingml/2006/main">
            <a:r>
              <a:t>&lt;</a:t>
            </a:r>
          </a:p>
          <a:p xmlns:a="http://schemas.openxmlformats.org/drawingml/2006/main">
            <a:r>
              <a:t>𝑔</a:t>
            </a:r>
          </a:p>
          <a:p xmlns:a="http://schemas.openxmlformats.org/drawingml/2006/main">
            <a:r>
              <a:t>≤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https://davidchivers.co.uk/teaching/macro-applications/lecture_3.html#/l3-s07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Oligopoly: the Home firm’s problem</a:t>
            </a:r>
          </a:p>
          <a:p xmlns:a="http://schemas.openxmlformats.org/drawingml/2006/main">
            <a:r>
              <a:t>Home firm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max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𝑔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subject 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𝑍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𝑍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Substitute the demand functions into the profit function and calculate the two first-order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Oligopoly: first-order conditions</a:t>
            </a:r>
          </a:p>
          <a:p xmlns:a="http://schemas.openxmlformats.org/drawingml/2006/main">
            <a:r>
              <a:t>Home firm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: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0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: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𝑔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0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Foreign firm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: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𝑔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0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: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0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Foreign firm’s conditions follow from its corresponding maximisation problem.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Oligopoly: reaction functions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problem is symmetric, so focus on the Home market.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Rewrite (1) and (3) to obtain the two firms’ reaction functions: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/</a:t>
            </a:r>
          </a:p>
          <a:p xmlns:a="http://schemas.openxmlformats.org/drawingml/2006/main">
            <a:r>
              <a:t>𝑔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Equilibrium in the Home market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Notice that 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&gt;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 when transport costs are positive.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By symmetry,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Each firm takes a larger share of its domestic market because it faces no transport costs there.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Home-market reaction functions for the two firms. The downward-sloping reactions intersect at equilibrium, with the domestic firm selling more than the foreign firm when transport costs are positive.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“Reciprocal dumping”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Define Home’s mark-up in each country: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≡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≡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𝑔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Proposition: with positive transport costs, the domestic mark-up is higher than the foreign mark-up.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Proof: the countries are identical, so </a:t>
            </a:r>
          </a:p>
          <a:p xmlns:a="http://schemas.openxmlformats.org/drawingml/2006/main">
            <a:r>
              <a:t>𝑍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𝑍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 and 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≡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𝑇</a:t>
            </a:r>
          </a:p>
          <a:p xmlns:a="http://schemas.openxmlformats.org/drawingml/2006/main">
            <a:r>
              <a:t>. Since </a:t>
            </a:r>
          </a:p>
          <a:p xmlns:a="http://schemas.openxmlformats.org/drawingml/2006/main">
            <a:r>
              <a:t>𝑔</a:t>
            </a:r>
          </a:p>
          <a:p xmlns:a="http://schemas.openxmlformats.org/drawingml/2006/main">
            <a:r>
              <a:t>&lt;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, it follows that </a:t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&gt;</a:t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Consequences of international trade</a:t>
            </a:r>
          </a:p>
          <a:p xmlns:a="http://schemas.openxmlformats.org/drawingml/2006/main">
            <a:r>
              <a:t>Question 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Is there a pro-competitive effect?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Question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so, does it increase welfare in all countries?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Welfare effects: consumer surplus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Δ</a:t>
            </a:r>
          </a:p>
          <a:p xmlns:a="http://schemas.openxmlformats.org/drawingml/2006/main">
            <a:r>
              <a:t>𝐶</a:t>
            </a:r>
          </a:p>
          <a:p xmlns:a="http://schemas.openxmlformats.org/drawingml/2006/main">
            <a:r>
              <a:t>𝑆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𝐴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Consumers can consume a larger quantity at a lower price under free trade: the pro-competitive effect.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Consumer-surplus gain from integration. Price falls from the monopoly price to the free-trade price and consumption rises. The gain comprises areas A and B.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Welfare effects: producer surplus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 in the mark-up on monopoly sales: 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𝐴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>Further fall in the mark-up on monopoly sales now made in the foreign market: 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𝐶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>Additional mark-up on new sales: 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𝐷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Producer-surplus decomposition under integration. Domestic mark-ups fall, exports incur transport costs, and new sales generate additional margin. The diagram labels the losses A and C and gain 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Welfare effects: aggregate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Overall welfare change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𝐵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𝐷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What if there are no transport costs?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Aggregate welfare diagram. Consumer and producer effects combine to B plus D minus C, with C representing a cost associated with transporting exports.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Market size and industrial restructuring</a:t>
            </a:r>
          </a:p>
          <a:p xmlns:a="http://schemas.openxmlformats.org/drawingml/2006/main">
            <a:r>
              <a:t>Questions</a:t>
            </a:r>
          </a:p>
          <a:p xmlns:a="http://schemas.openxmlformats.org/drawingml/2006/main">
            <a:r>
              <a:t>What is the effect of an increased market size on the industry itself?</a:t>
            </a:r>
          </a:p>
          <a:p xmlns:a="http://schemas.openxmlformats.org/drawingml/2006/main">
            <a:r>
              <a:t>Can some firms leave the market because of the increased competition?</a:t>
            </a:r>
          </a:p>
          <a:p xmlns:a="http://schemas.openxmlformats.org/drawingml/2006/main">
            <a:r>
              <a:t>If so, is this beneficial for the countries involved?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Market size and industrial restructuring</a:t>
            </a:r>
          </a:p>
          <a:p xmlns:a="http://schemas.openxmlformats.org/drawingml/2006/main">
            <a:r>
              <a:t>Brander and Krugman’s model (1983) with free entry provides an answer.</a:t>
            </a:r>
          </a:p>
          <a:p xmlns:a="http://schemas.openxmlformats.org/drawingml/2006/main">
            <a:r>
              <a:t>The free entry condition allows us to pin down the number of firms in the market and therefore to understand the effect of trade on the number of firms.</a:t>
            </a:r>
          </a:p>
          <a:p xmlns:a="http://schemas.openxmlformats.org/drawingml/2006/main">
            <a:r>
              <a:t>First, we look at the closed economy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COMP curve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Each firm takes the number of firms in the market as given.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profit-maximisation problem shows that the more firms there are, the less each firm produces (see the appendix).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There is a negative relationship between the number of firms 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 and the mark-up </a:t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BE curve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Free entry implies zero profits in the long run: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0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 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 rises, 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 falls. A firm therefore needs a higher </a:t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 to cover 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There is a positive relationship between the number of firms 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 and the break-even mark-up </a:t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Equilibrium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See the appendix for a derivation.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downward-sloping COMP curve and upward-sloping BE curve intersect at equilibrium firm count n prime and mark-up mu prime.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Before market integration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Three linked panels before integration: firm average and marginal cost, market demand, and the BE-COMP equilibrium. Dashed guides connect equilibrium firm output, price, sales and mark-up.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After market integration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same three panels after integration. The initial increase in competing firms lowers the mark-up; exit and restructuring then raise output per surviving firm. The new equilibrium differs from the short-run point 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EU: a bigger market</a:t>
            </a:r>
          </a:p>
          <a:p xmlns:a="http://schemas.openxmlformats.org/drawingml/2006/main">
            <a:r>
              <a:t>Pro-competitive effect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mark-up falls and output rises because twice as many firms compete in the market.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 restructuring</a:t>
            </a:r>
          </a:p>
          <a:p xmlns:a="http://schemas.openxmlformats.org/drawingml/2006/main">
            <a:r>
              <a:t>Some firms exit because point A is not feasible: </a:t>
            </a:r>
          </a:p>
          <a:p xmlns:a="http://schemas.openxmlformats.org/drawingml/2006/main">
            <a:r>
              <a:t>𝑃</a:t>
            </a:r>
          </a:p>
          <a:p xmlns:a="http://schemas.openxmlformats.org/drawingml/2006/main">
            <a:r>
              <a:t>&lt;</a:t>
            </a:r>
          </a:p>
          <a:p xmlns:a="http://schemas.openxmlformats.org/drawingml/2006/main">
            <a:r>
              <a:t>𝐴</a:t>
            </a:r>
          </a:p>
          <a:p xmlns:a="http://schemas.openxmlformats.org/drawingml/2006/main">
            <a:r>
              <a:t>𝐶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>The remaining firms are larger and exploit increasing returns to scale more effectively.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Trade liberalisation is always welfare-improving with free entry in this model. Why?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Empirical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Price-cost margins for French industry, 1986–2004.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Baldwin and Wyplosz (2012).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Line chart of French industrial price-cost margins, 1986 to 2004. Margins fluctuate but are lower at the end of the period than at the beginning. Source: Baldwin and Wyplosz, 2012.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Controversies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Trade liberalisation is beneficial for consumers, but not necessarily for firms: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Profits normally fall.</a:t>
            </a:r>
          </a:p>
          <a:p xmlns:a="http://schemas.openxmlformats.org/drawingml/2006/main">
            <a:r>
              <a:t>Some firms exit the market (job losses).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 a result: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incentives to collude can increase as the remaining firms are bigger.</a:t>
            </a:r>
          </a:p>
          <a:p xmlns:a="http://schemas.openxmlformats.org/drawingml/2006/main">
            <a:r>
              <a:t>Governments might be tempted to provide subsidies to national firms.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Summing up</a:t>
            </a:r>
          </a:p>
          <a:p xmlns:a="http://schemas.openxmlformats.org/drawingml/2006/main">
            <a:r>
              <a:t>Free mobility of goods is beneficial as consumers benefit from the higher competition triggered by the increased market size.</a:t>
            </a:r>
          </a:p>
          <a:p xmlns:a="http://schemas.openxmlformats.org/drawingml/2006/main">
            <a:r>
              <a:t>Market integration also leads to a process of industrial restructuring (job losses if labour mobility across sectors and countries is not perfect).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 lecture</a:t>
            </a:r>
          </a:p>
          <a:p xmlns:a="http://schemas.openxmlformats.org/drawingml/2006/main">
            <a:r>
              <a:t>We will talk about migration.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Essential reading</a:t>
            </a:r>
          </a:p>
          <a:p xmlns:a="http://schemas.openxmlformats.org/drawingml/2006/main">
            <a:r>
              <a:t>Baldwin and Wyplosz, The Economics of European Integration, Chapter 6 (any edition).</a:t>
            </a:r>
          </a:p>
          <a:p xmlns:a="http://schemas.openxmlformats.org/drawingml/2006/main">
            <a:r>
              <a:t>Brander J., and Krugman P. (1983), A ‘reciprocal dumping’ model of international trade, Journal of International Economics, 15, 313-321.</a:t>
            </a:r>
          </a:p>
          <a:p xmlns:a="http://schemas.openxmlformats.org/drawingml/2006/main">
            <a:r>
              <a:t>Further reading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See the ECON2271 Talis reading list, also available through Blackboard.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https://durham.rl.talis.com/lists/d85d1ad3-e9ac-4daf-aa66-e3ddfcf902d7.html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Appendix: the firm’s problem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Firm 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 faces the following maximisation problem: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max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𝜋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𝑍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>𝑍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∑</a:t>
            </a:r>
          </a:p>
          <a:p xmlns:a="http://schemas.openxmlformats.org/drawingml/2006/main">
            <a:r>
              <a:t>𝑗</a:t>
            </a:r>
          </a:p>
          <a:p xmlns:a="http://schemas.openxmlformats.org/drawingml/2006/main">
            <a:r>
              <a:t>≠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𝑗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Substituting the demand function gives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max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[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∑</a:t>
            </a:r>
          </a:p>
          <a:p xmlns:a="http://schemas.openxmlformats.org/drawingml/2006/main">
            <a:r>
              <a:t>𝑗</a:t>
            </a:r>
          </a:p>
          <a:p xmlns:a="http://schemas.openxmlformats.org/drawingml/2006/main">
            <a:r>
              <a:t>≠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𝑗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]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first-order condition 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∑</a:t>
            </a:r>
          </a:p>
          <a:p xmlns:a="http://schemas.openxmlformats.org/drawingml/2006/main">
            <a:r>
              <a:t>𝑗</a:t>
            </a:r>
          </a:p>
          <a:p xmlns:a="http://schemas.openxmlformats.org/drawingml/2006/main">
            <a:r>
              <a:t>≠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𝑗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0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Appendix: symmetric firms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Assume symmetric firms: 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𝑗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. Then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0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Using the demand function and </a:t>
            </a:r>
          </a:p>
          <a:p xmlns:a="http://schemas.openxmlformats.org/drawingml/2006/main">
            <a:r>
              <a:t>𝑍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, the market price 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https://davidchivers.co.uk/teaching/macro-applications/lecture_3.html#/l3-s31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Appendix: the COMP equation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mark-up for a given number of firms gives the COMP equation: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≡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mark-up decreases with the number of firms. It approaches zero as the number of firms tends to infinity, as under perfect competition: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∞</a:t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0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https://davidchivers.co.uk/teaching/macro-applications/lecture_3.html#/l3-s32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Appendix: the BE equation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free-entry condition 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firm’s optimal quantity satisfies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Substitution gives the BE equation: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https://davidchivers.co.uk/teaching/macro-applications/lecture_3.html#/l3-s33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Appendix: equilibrium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 have two equations in two unknowns: </a:t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 and 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Solving the BE and COMP equations simultaneously gives the equilibrium mark-up and number of firms: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′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′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23dee28f5144f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79e4943997e432f" /><Relationship Type="http://schemas.openxmlformats.org/officeDocument/2006/relationships/slideLayout" Target="/ppt/slideLayouts/slideLayout1.xml" Id="Recb8d1db4fb6426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cb8d1db4fb6426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afa10652784105" /><Relationship Type="http://schemas.openxmlformats.org/officeDocument/2006/relationships/image" Target="/ppt/media/image.jpeg" Id="R7ca2f456f3654f2f" /><Relationship Type="http://schemas.openxmlformats.org/officeDocument/2006/relationships/notesSlide" Target="/ppt/notesSlides/notesSlide1.xml" Id="R1be25f280a69473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4c54f169a74227" /><Relationship Type="http://schemas.openxmlformats.org/officeDocument/2006/relationships/image" Target="/ppt/media/image2.jpeg" Id="R8bfc5e681fdd453c" /><Relationship Type="http://schemas.openxmlformats.org/officeDocument/2006/relationships/notesSlide" Target="/ppt/notesSlides/notesSlide2.xml" Id="R0eb1c5a0023e4cd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a75222b2e542c1" /><Relationship Type="http://schemas.openxmlformats.org/officeDocument/2006/relationships/image" Target="/ppt/media/image3.jpeg" Id="Rbc3f306af2e14104" /><Relationship Type="http://schemas.openxmlformats.org/officeDocument/2006/relationships/notesSlide" Target="/ppt/notesSlides/notesSlide3.xml" Id="R4cd9f58680e946a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10c07bd98e4c6c" /><Relationship Type="http://schemas.openxmlformats.org/officeDocument/2006/relationships/image" Target="/ppt/media/image4.jpeg" Id="Rce5dd81ddb464f9d" /><Relationship Type="http://schemas.openxmlformats.org/officeDocument/2006/relationships/notesSlide" Target="/ppt/notesSlides/notesSlide4.xml" Id="R41821ef36fb4415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363af986584116" /><Relationship Type="http://schemas.openxmlformats.org/officeDocument/2006/relationships/image" Target="/ppt/media/image5.jpeg" Id="R32a98937064f486c" /><Relationship Type="http://schemas.openxmlformats.org/officeDocument/2006/relationships/notesSlide" Target="/ppt/notesSlides/notesSlide5.xml" Id="R97368f08f18e4c6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2108df8e194b68" /><Relationship Type="http://schemas.openxmlformats.org/officeDocument/2006/relationships/image" Target="/ppt/media/image6.jpeg" Id="Rbee8e4c32c664822" /><Relationship Type="http://schemas.openxmlformats.org/officeDocument/2006/relationships/notesSlide" Target="/ppt/notesSlides/notesSlide6.xml" Id="R4d997ae2654546c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00248d392f4134" /><Relationship Type="http://schemas.openxmlformats.org/officeDocument/2006/relationships/image" Target="/ppt/media/image7.jpeg" Id="R4e96ebf37660406d" /><Relationship Type="http://schemas.openxmlformats.org/officeDocument/2006/relationships/notesSlide" Target="/ppt/notesSlides/notesSlide7.xml" Id="Rbaeaee1e5d164a9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2e716502f7478d" /><Relationship Type="http://schemas.openxmlformats.org/officeDocument/2006/relationships/image" Target="/ppt/media/image8.jpeg" Id="Rb03ae48d69ea4a63" /><Relationship Type="http://schemas.openxmlformats.org/officeDocument/2006/relationships/notesSlide" Target="/ppt/notesSlides/notesSlide8.xml" Id="R496edfd4754c48d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286fd8c6c94a29" /><Relationship Type="http://schemas.openxmlformats.org/officeDocument/2006/relationships/image" Target="/ppt/media/image9.jpeg" Id="R8824a03df8f0431c" /><Relationship Type="http://schemas.openxmlformats.org/officeDocument/2006/relationships/notesSlide" Target="/ppt/notesSlides/notesSlide9.xml" Id="Rd49731996f6e4e7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da02539e0d48fd" /><Relationship Type="http://schemas.openxmlformats.org/officeDocument/2006/relationships/image" Target="/ppt/media/image10.jpeg" Id="Rc6aeaa36afe14ca0" /><Relationship Type="http://schemas.openxmlformats.org/officeDocument/2006/relationships/notesSlide" Target="/ppt/notesSlides/notesSlide10.xml" Id="Rf50b40230354455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0541d6e50048f5" /><Relationship Type="http://schemas.openxmlformats.org/officeDocument/2006/relationships/image" Target="/ppt/media/image11.jpeg" Id="R3bba21ead0364eae" /><Relationship Type="http://schemas.openxmlformats.org/officeDocument/2006/relationships/notesSlide" Target="/ppt/notesSlides/notesSlide11.xml" Id="Rfd2a7c1491ac4b9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898790037a4eba" /><Relationship Type="http://schemas.openxmlformats.org/officeDocument/2006/relationships/image" Target="/ppt/media/image12.jpeg" Id="R4e5d58706e4f4102" /><Relationship Type="http://schemas.openxmlformats.org/officeDocument/2006/relationships/notesSlide" Target="/ppt/notesSlides/notesSlide12.xml" Id="R535ea3bf465e469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7be5cf4130484e" /><Relationship Type="http://schemas.openxmlformats.org/officeDocument/2006/relationships/image" Target="/ppt/media/image13.jpeg" Id="R991496b0b2f94f06" /><Relationship Type="http://schemas.openxmlformats.org/officeDocument/2006/relationships/notesSlide" Target="/ppt/notesSlides/notesSlide13.xml" Id="R9399f4d6bb31410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d97851c0964ad5" /><Relationship Type="http://schemas.openxmlformats.org/officeDocument/2006/relationships/image" Target="/ppt/media/image14.jpeg" Id="Rd55f50d3b6e04502" /><Relationship Type="http://schemas.openxmlformats.org/officeDocument/2006/relationships/notesSlide" Target="/ppt/notesSlides/notesSlide14.xml" Id="Rcbe91eea5ad5424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946a4bc3f34e5d" /><Relationship Type="http://schemas.openxmlformats.org/officeDocument/2006/relationships/image" Target="/ppt/media/image15.jpeg" Id="R92f9f2983e8c42da" /><Relationship Type="http://schemas.openxmlformats.org/officeDocument/2006/relationships/notesSlide" Target="/ppt/notesSlides/notesSlide15.xml" Id="Rc1b762aef1fe466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706f25c3a8426e" /><Relationship Type="http://schemas.openxmlformats.org/officeDocument/2006/relationships/image" Target="/ppt/media/image16.jpeg" Id="R18d721dcda6c460e" /><Relationship Type="http://schemas.openxmlformats.org/officeDocument/2006/relationships/notesSlide" Target="/ppt/notesSlides/notesSlide16.xml" Id="R66e57d78beec410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ca4ef22a3741c0" /><Relationship Type="http://schemas.openxmlformats.org/officeDocument/2006/relationships/image" Target="/ppt/media/image17.jpeg" Id="R4d67481445904d1c" /><Relationship Type="http://schemas.openxmlformats.org/officeDocument/2006/relationships/notesSlide" Target="/ppt/notesSlides/notesSlide17.xml" Id="R7f4456baf4a24d3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48c60918d74819" /><Relationship Type="http://schemas.openxmlformats.org/officeDocument/2006/relationships/image" Target="/ppt/media/image18.jpeg" Id="Re9ad6eeca6aa4989" /><Relationship Type="http://schemas.openxmlformats.org/officeDocument/2006/relationships/notesSlide" Target="/ppt/notesSlides/notesSlide18.xml" Id="R438a762793e6471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39aa0ca3904026" /><Relationship Type="http://schemas.openxmlformats.org/officeDocument/2006/relationships/image" Target="/ppt/media/image19.jpeg" Id="R70ce435d45ac4f63" /><Relationship Type="http://schemas.openxmlformats.org/officeDocument/2006/relationships/notesSlide" Target="/ppt/notesSlides/notesSlide19.xml" Id="R8724d74a80f748c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1dcd4bb7454bba" /><Relationship Type="http://schemas.openxmlformats.org/officeDocument/2006/relationships/image" Target="/ppt/media/image20.jpeg" Id="R1df0a5320c314e88" /><Relationship Type="http://schemas.openxmlformats.org/officeDocument/2006/relationships/notesSlide" Target="/ppt/notesSlides/notesSlide20.xml" Id="Ra5db6040168d4bc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2d65357b8e4605" /><Relationship Type="http://schemas.openxmlformats.org/officeDocument/2006/relationships/image" Target="/ppt/media/image21.jpeg" Id="Rd9df7a2abbd4458b" /><Relationship Type="http://schemas.openxmlformats.org/officeDocument/2006/relationships/notesSlide" Target="/ppt/notesSlides/notesSlide21.xml" Id="Ra840a55506404cf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d546af00cc4b13" /><Relationship Type="http://schemas.openxmlformats.org/officeDocument/2006/relationships/image" Target="/ppt/media/image22.jpeg" Id="R51ec3b1c82b44978" /><Relationship Type="http://schemas.openxmlformats.org/officeDocument/2006/relationships/notesSlide" Target="/ppt/notesSlides/notesSlide22.xml" Id="Rb4df01e975ec432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401fb8e86d401d" /><Relationship Type="http://schemas.openxmlformats.org/officeDocument/2006/relationships/image" Target="/ppt/media/image23.jpeg" Id="R614d2488d54a4e43" /><Relationship Type="http://schemas.openxmlformats.org/officeDocument/2006/relationships/notesSlide" Target="/ppt/notesSlides/notesSlide23.xml" Id="Rcc461ba0f1c94a6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dc788e62a34be3" /><Relationship Type="http://schemas.openxmlformats.org/officeDocument/2006/relationships/image" Target="/ppt/media/image24.jpeg" Id="R47c058ae77a34377" /><Relationship Type="http://schemas.openxmlformats.org/officeDocument/2006/relationships/notesSlide" Target="/ppt/notesSlides/notesSlide24.xml" Id="R75f14d77706043e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cfce609b4e47ef" /><Relationship Type="http://schemas.openxmlformats.org/officeDocument/2006/relationships/image" Target="/ppt/media/image25.jpeg" Id="R6fef4f87c98a4002" /><Relationship Type="http://schemas.openxmlformats.org/officeDocument/2006/relationships/notesSlide" Target="/ppt/notesSlides/notesSlide25.xml" Id="R1523d3a6ba154ee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b821dd522c4fa8" /><Relationship Type="http://schemas.openxmlformats.org/officeDocument/2006/relationships/image" Target="/ppt/media/image26.jpeg" Id="R7781546a7aee4e8f" /><Relationship Type="http://schemas.openxmlformats.org/officeDocument/2006/relationships/notesSlide" Target="/ppt/notesSlides/notesSlide26.xml" Id="R99ad0e7669034c7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11c1cb709848b0" /><Relationship Type="http://schemas.openxmlformats.org/officeDocument/2006/relationships/image" Target="/ppt/media/image27.jpeg" Id="R77868d59593c40b6" /><Relationship Type="http://schemas.openxmlformats.org/officeDocument/2006/relationships/notesSlide" Target="/ppt/notesSlides/notesSlide27.xml" Id="R4f91daa2d66f429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d92ee4a7794410" /><Relationship Type="http://schemas.openxmlformats.org/officeDocument/2006/relationships/image" Target="/ppt/media/image.png" Id="R68476122b2eb4838" /><Relationship Type="http://schemas.openxmlformats.org/officeDocument/2006/relationships/notesSlide" Target="/ppt/notesSlides/notesSlide28.xml" Id="R8cb475d083ce4809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d79edf784b4d8f" /><Relationship Type="http://schemas.openxmlformats.org/officeDocument/2006/relationships/image" Target="/ppt/media/image28.jpeg" Id="Radf8f70f76b748f0" /><Relationship Type="http://schemas.openxmlformats.org/officeDocument/2006/relationships/notesSlide" Target="/ppt/notesSlides/notesSlide29.xml" Id="R0292f20a7b0b4ea5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b9654c4d974ba8" /><Relationship Type="http://schemas.openxmlformats.org/officeDocument/2006/relationships/image" Target="/ppt/media/image29.jpeg" Id="Raf53ce28d992480f" /><Relationship Type="http://schemas.openxmlformats.org/officeDocument/2006/relationships/notesSlide" Target="/ppt/notesSlides/notesSlide30.xml" Id="R220ed372f14548df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a60f36d3e44e94" /><Relationship Type="http://schemas.openxmlformats.org/officeDocument/2006/relationships/image" Target="/ppt/media/image30.jpeg" Id="R93792bdd41ab4bd2" /><Relationship Type="http://schemas.openxmlformats.org/officeDocument/2006/relationships/notesSlide" Target="/ppt/notesSlides/notesSlide31.xml" Id="R54b317d384194e82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35fc372b97481b" /><Relationship Type="http://schemas.openxmlformats.org/officeDocument/2006/relationships/image" Target="/ppt/media/image31.jpeg" Id="Rea7a2e391d214974" /><Relationship Type="http://schemas.openxmlformats.org/officeDocument/2006/relationships/notesSlide" Target="/ppt/notesSlides/notesSlide32.xml" Id="R12eac2fbe64c452a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3ef22435964407" /><Relationship Type="http://schemas.openxmlformats.org/officeDocument/2006/relationships/image" Target="/ppt/media/image32.jpeg" Id="R31022efe4dcd4877" /><Relationship Type="http://schemas.openxmlformats.org/officeDocument/2006/relationships/notesSlide" Target="/ppt/notesSlides/notesSlide33.xml" Id="R6c31cbb2990440c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a2f456f3654f2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20863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fc5e681fdd453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25967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3f306af2e14104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99956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5dd81ddb464f9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96818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a98937064f486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70019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e8e4c32c664822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5036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96ebf37660406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59184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3ae48d69ea4a63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474915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24a03df8f0431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89705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aeaa36afe14ca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027532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ba21ead0364ea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94019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5d58706e4f4102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42227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1496b0b2f94f0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77488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5f50d3b6e04502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57518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9f2983e8c42d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74499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d721dcda6c460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3488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67481445904d1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703067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ad6eeca6aa498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2471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ce435d45ac4f63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389807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f0a5320c314e8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91222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df7a2abbd4458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8708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ec3b1c82b4497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188842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4d2488d54a4e43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5526068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c058ae77a3437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702578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ef4f87c98a4002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707571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81546a7aee4e8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779497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868d59593c40b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401023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476122b2eb483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4865416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f8f70f76b748f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932851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53ce28d992480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7643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792bdd41ab4bd2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093157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7a2e391d214974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130477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022efe4dcd487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1399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2026-10-06T15:15:37.9240000Z</dcterms:created>
  <dcterms:modified xsi:type="dcterms:W3CDTF">2026-10-06T15:15:37.9240000Z</dcterms:modified>
</coreProperties>
</file>