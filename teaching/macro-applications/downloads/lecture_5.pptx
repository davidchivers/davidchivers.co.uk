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38049e5eb704f0e" /><Relationship Type="http://schemas.openxmlformats.org/officeDocument/2006/relationships/extended-properties" Target="/docProps/app.xml" Id="Rfb9ae6de628740eb" /><Relationship Type="http://schemas.openxmlformats.org/officeDocument/2006/relationships/officeDocument" Target="/ppt/presentation.xml" Id="R31aa07e6a7d1444e" /></Relationships>
</file>

<file path=ppt/presentation.xml><?xml version="1.0" encoding="utf-8"?>
<p:presentation xmlns:p="http://schemas.openxmlformats.org/presentationml/2006/main">
  <p:sldMasterIdLst>
    <p:sldMasterId xmlns:r="http://schemas.openxmlformats.org/officeDocument/2006/relationships" id="2147483648" r:id="R849cff78fc434101"/>
  </p:sldMasterIdLst>
  <p:notesMasterIdLst>
    <p:notesMasterId xmlns:r="http://schemas.openxmlformats.org/officeDocument/2006/relationships" r:id="Rc15c1d78745c41b9"/>
  </p:notesMasterIdLst>
  <p:sldIdLst>
    <p:sldId xmlns:r="http://schemas.openxmlformats.org/officeDocument/2006/relationships" id="256" r:id="R25a4caa4f68b4b13"/>
    <p:sldId xmlns:r="http://schemas.openxmlformats.org/officeDocument/2006/relationships" id="257" r:id="Ra932f38a6a8a486d"/>
    <p:sldId xmlns:r="http://schemas.openxmlformats.org/officeDocument/2006/relationships" id="258" r:id="R951ec321286846fa"/>
    <p:sldId xmlns:r="http://schemas.openxmlformats.org/officeDocument/2006/relationships" id="259" r:id="R7ab765c901af4652"/>
    <p:sldId xmlns:r="http://schemas.openxmlformats.org/officeDocument/2006/relationships" id="260" r:id="Rb1580bdcb69a4ce3"/>
    <p:sldId xmlns:r="http://schemas.openxmlformats.org/officeDocument/2006/relationships" id="261" r:id="R18b8f50462714e47"/>
    <p:sldId xmlns:r="http://schemas.openxmlformats.org/officeDocument/2006/relationships" id="262" r:id="R6b87dbe26cae41de"/>
    <p:sldId xmlns:r="http://schemas.openxmlformats.org/officeDocument/2006/relationships" id="263" r:id="Rb38cf81b73264e83"/>
    <p:sldId xmlns:r="http://schemas.openxmlformats.org/officeDocument/2006/relationships" id="264" r:id="R0348cb317bc74d79"/>
    <p:sldId xmlns:r="http://schemas.openxmlformats.org/officeDocument/2006/relationships" id="265" r:id="Ra55a6c6795234e15"/>
    <p:sldId xmlns:r="http://schemas.openxmlformats.org/officeDocument/2006/relationships" id="266" r:id="R1f13ff48f35d40f0"/>
    <p:sldId xmlns:r="http://schemas.openxmlformats.org/officeDocument/2006/relationships" id="267" r:id="R0f1cde8257984164"/>
    <p:sldId xmlns:r="http://schemas.openxmlformats.org/officeDocument/2006/relationships" id="268" r:id="R380b5354e06849b2"/>
    <p:sldId xmlns:r="http://schemas.openxmlformats.org/officeDocument/2006/relationships" id="269" r:id="Rc3a04e175aee42f4"/>
    <p:sldId xmlns:r="http://schemas.openxmlformats.org/officeDocument/2006/relationships" id="270" r:id="Rec413961b1f24e8d"/>
    <p:sldId xmlns:r="http://schemas.openxmlformats.org/officeDocument/2006/relationships" id="271" r:id="Rdc53956c6ae445c1"/>
    <p:sldId xmlns:r="http://schemas.openxmlformats.org/officeDocument/2006/relationships" id="272" r:id="R0676284d7bc94193"/>
    <p:sldId xmlns:r="http://schemas.openxmlformats.org/officeDocument/2006/relationships" id="273" r:id="R10e537fc200a41a0"/>
    <p:sldId xmlns:r="http://schemas.openxmlformats.org/officeDocument/2006/relationships" id="274" r:id="R799e4e42b2bd4d97"/>
    <p:sldId xmlns:r="http://schemas.openxmlformats.org/officeDocument/2006/relationships" id="275" r:id="R34bfea45590547b6"/>
    <p:sldId xmlns:r="http://schemas.openxmlformats.org/officeDocument/2006/relationships" id="276" r:id="R647ce055ae394a1c"/>
    <p:sldId xmlns:r="http://schemas.openxmlformats.org/officeDocument/2006/relationships" id="277" r:id="R4ec2f3a4717c4da7"/>
    <p:sldId xmlns:r="http://schemas.openxmlformats.org/officeDocument/2006/relationships" id="278" r:id="R0812cb0885d64b1a"/>
    <p:sldId xmlns:r="http://schemas.openxmlformats.org/officeDocument/2006/relationships" id="279" r:id="Rafc3e8cafdcb4c2c"/>
    <p:sldId xmlns:r="http://schemas.openxmlformats.org/officeDocument/2006/relationships" id="280" r:id="Rdac5b64fd7074fbe"/>
    <p:sldId xmlns:r="http://schemas.openxmlformats.org/officeDocument/2006/relationships" id="281" r:id="R1a6315cd43b94cdd"/>
    <p:sldId xmlns:r="http://schemas.openxmlformats.org/officeDocument/2006/relationships" id="282" r:id="Rc9507295d77048eb"/>
    <p:sldId xmlns:r="http://schemas.openxmlformats.org/officeDocument/2006/relationships" id="283" r:id="R56f8f106bf8c42e5"/>
    <p:sldId xmlns:r="http://schemas.openxmlformats.org/officeDocument/2006/relationships" id="284" r:id="R77a63121f63b4d0e"/>
    <p:sldId xmlns:r="http://schemas.openxmlformats.org/officeDocument/2006/relationships" id="285" r:id="Rd7c4d2b1fc8e413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871f59be844442f" /><Relationship Type="http://schemas.openxmlformats.org/officeDocument/2006/relationships/slideMaster" Target="/ppt/slideMasters/slideMaster1.xml" Id="R849cff78fc434101" /><Relationship Type="http://schemas.openxmlformats.org/officeDocument/2006/relationships/notesMaster" Target="/ppt/notesMasters/notesMaster1.xml" Id="Rc15c1d78745c41b9" /><Relationship Type="http://schemas.openxmlformats.org/officeDocument/2006/relationships/presProps" Target="/ppt/presProps.xml" Id="R54b66d8951c64a8c" /><Relationship Type="http://schemas.openxmlformats.org/officeDocument/2006/relationships/tableStyles" Target="/ppt/tableStyles.xml" Id="R7867490757974701" /><Relationship Type="http://schemas.openxmlformats.org/officeDocument/2006/relationships/slide" Target="/ppt/slides/slide1.xml" Id="R25a4caa4f68b4b13" /><Relationship Type="http://schemas.openxmlformats.org/officeDocument/2006/relationships/slide" Target="/ppt/slides/slide2.xml" Id="Ra932f38a6a8a486d" /><Relationship Type="http://schemas.openxmlformats.org/officeDocument/2006/relationships/slide" Target="/ppt/slides/slide3.xml" Id="R951ec321286846fa" /><Relationship Type="http://schemas.openxmlformats.org/officeDocument/2006/relationships/slide" Target="/ppt/slides/slide4.xml" Id="R7ab765c901af4652" /><Relationship Type="http://schemas.openxmlformats.org/officeDocument/2006/relationships/slide" Target="/ppt/slides/slide5.xml" Id="Rb1580bdcb69a4ce3" /><Relationship Type="http://schemas.openxmlformats.org/officeDocument/2006/relationships/slide" Target="/ppt/slides/slide6.xml" Id="R18b8f50462714e47" /><Relationship Type="http://schemas.openxmlformats.org/officeDocument/2006/relationships/slide" Target="/ppt/slides/slide7.xml" Id="R6b87dbe26cae41de" /><Relationship Type="http://schemas.openxmlformats.org/officeDocument/2006/relationships/slide" Target="/ppt/slides/slide8.xml" Id="Rb38cf81b73264e83" /><Relationship Type="http://schemas.openxmlformats.org/officeDocument/2006/relationships/slide" Target="/ppt/slides/slide9.xml" Id="R0348cb317bc74d79" /><Relationship Type="http://schemas.openxmlformats.org/officeDocument/2006/relationships/slide" Target="/ppt/slides/slide10.xml" Id="Ra55a6c6795234e15" /><Relationship Type="http://schemas.openxmlformats.org/officeDocument/2006/relationships/slide" Target="/ppt/slides/slide11.xml" Id="R1f13ff48f35d40f0" /><Relationship Type="http://schemas.openxmlformats.org/officeDocument/2006/relationships/slide" Target="/ppt/slides/slide12.xml" Id="R0f1cde8257984164" /><Relationship Type="http://schemas.openxmlformats.org/officeDocument/2006/relationships/slide" Target="/ppt/slides/slide13.xml" Id="R380b5354e06849b2" /><Relationship Type="http://schemas.openxmlformats.org/officeDocument/2006/relationships/slide" Target="/ppt/slides/slide14.xml" Id="Rc3a04e175aee42f4" /><Relationship Type="http://schemas.openxmlformats.org/officeDocument/2006/relationships/slide" Target="/ppt/slides/slide15.xml" Id="Rec413961b1f24e8d" /><Relationship Type="http://schemas.openxmlformats.org/officeDocument/2006/relationships/slide" Target="/ppt/slides/slide16.xml" Id="Rdc53956c6ae445c1" /><Relationship Type="http://schemas.openxmlformats.org/officeDocument/2006/relationships/slide" Target="/ppt/slides/slide17.xml" Id="R0676284d7bc94193" /><Relationship Type="http://schemas.openxmlformats.org/officeDocument/2006/relationships/slide" Target="/ppt/slides/slide18.xml" Id="R10e537fc200a41a0" /><Relationship Type="http://schemas.openxmlformats.org/officeDocument/2006/relationships/slide" Target="/ppt/slides/slide19.xml" Id="R799e4e42b2bd4d97" /><Relationship Type="http://schemas.openxmlformats.org/officeDocument/2006/relationships/slide" Target="/ppt/slides/slide20.xml" Id="R34bfea45590547b6" /><Relationship Type="http://schemas.openxmlformats.org/officeDocument/2006/relationships/slide" Target="/ppt/slides/slide21.xml" Id="R647ce055ae394a1c" /><Relationship Type="http://schemas.openxmlformats.org/officeDocument/2006/relationships/slide" Target="/ppt/slides/slide22.xml" Id="R4ec2f3a4717c4da7" /><Relationship Type="http://schemas.openxmlformats.org/officeDocument/2006/relationships/slide" Target="/ppt/slides/slide23.xml" Id="R0812cb0885d64b1a" /><Relationship Type="http://schemas.openxmlformats.org/officeDocument/2006/relationships/slide" Target="/ppt/slides/slide24.xml" Id="Rafc3e8cafdcb4c2c" /><Relationship Type="http://schemas.openxmlformats.org/officeDocument/2006/relationships/slide" Target="/ppt/slides/slide25.xml" Id="Rdac5b64fd7074fbe" /><Relationship Type="http://schemas.openxmlformats.org/officeDocument/2006/relationships/slide" Target="/ppt/slides/slide26.xml" Id="R1a6315cd43b94cdd" /><Relationship Type="http://schemas.openxmlformats.org/officeDocument/2006/relationships/slide" Target="/ppt/slides/slide27.xml" Id="Rc9507295d77048eb" /><Relationship Type="http://schemas.openxmlformats.org/officeDocument/2006/relationships/slide" Target="/ppt/slides/slide28.xml" Id="R56f8f106bf8c42e5" /><Relationship Type="http://schemas.openxmlformats.org/officeDocument/2006/relationships/slide" Target="/ppt/slides/slide29.xml" Id="R77a63121f63b4d0e" /><Relationship Type="http://schemas.openxmlformats.org/officeDocument/2006/relationships/slide" Target="/ppt/slides/slide30.xml" Id="Rd7c4d2b1fc8e41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646beecc4824ff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72e7bcdb41348e2" /><Relationship Type="http://schemas.openxmlformats.org/officeDocument/2006/relationships/notesMaster" Target="/ppt/notesMasters/notesMaster1.xml" Id="Rd7aa441799d54049"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0981113fee4479" /><Relationship Type="http://schemas.openxmlformats.org/officeDocument/2006/relationships/notesMaster" Target="/ppt/notesMasters/notesMaster1.xml" Id="R849b871fe4574a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2d17d4f368a94880" /><Relationship Type="http://schemas.openxmlformats.org/officeDocument/2006/relationships/notesMaster" Target="/ppt/notesMasters/notesMaster1.xml" Id="Rb8cb3de0e1c94a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a4f47f20841443a" /><Relationship Type="http://schemas.openxmlformats.org/officeDocument/2006/relationships/notesMaster" Target="/ppt/notesMasters/notesMaster1.xml" Id="R6bdb123558a5476e" /></Relationships>
</file>

<file path=ppt/notesSlides/_rels/notesSlide5.xml.rels>&#65279;<?xml version="1.0" encoding="utf-8"?><Relationships xmlns="http://schemas.openxmlformats.org/package/2006/relationships"><Relationship Type="http://schemas.openxmlformats.org/officeDocument/2006/relationships/slide" Target="/ppt/slides/slide5.xml" Id="R14162829de4c4d1b" /><Relationship Type="http://schemas.openxmlformats.org/officeDocument/2006/relationships/notesMaster" Target="/ppt/notesMasters/notesMaster1.xml" Id="Rd91edf86b420435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c32627deceb443d" /><Relationship Type="http://schemas.openxmlformats.org/officeDocument/2006/relationships/notesMaster" Target="/ppt/notesMasters/notesMaster1.xml" Id="Raedad92db7b54740" /></Relationships>
</file>

<file path=ppt/notesSlides/_rels/notesSlide7.xml.rels>&#65279;<?xml version="1.0" encoding="utf-8"?><Relationships xmlns="http://schemas.openxmlformats.org/package/2006/relationships"><Relationship Type="http://schemas.openxmlformats.org/officeDocument/2006/relationships/slide" Target="/ppt/slides/slide7.xml" Id="R3d9cf83f35f14357" /><Relationship Type="http://schemas.openxmlformats.org/officeDocument/2006/relationships/notesMaster" Target="/ppt/notesMasters/notesMaster1.xml" Id="Rff80e9f8e3c948cf" /></Relationships>
</file>

<file path=ppt/notesSlides/_rels/notesSlide8.xml.rels>&#65279;<?xml version="1.0" encoding="utf-8"?><Relationships xmlns="http://schemas.openxmlformats.org/package/2006/relationships"><Relationship Type="http://schemas.openxmlformats.org/officeDocument/2006/relationships/slide" Target="/ppt/slides/slide8.xml" Id="R464f7a9476d34fa1" /><Relationship Type="http://schemas.openxmlformats.org/officeDocument/2006/relationships/notesMaster" Target="/ppt/notesMasters/notesMaster1.xml" Id="Ra0b61ae7fff8453c" /></Relationships>
</file>

<file path=ppt/notesSlides/_rels/notesSlide9.xml.rels>&#65279;<?xml version="1.0" encoding="utf-8"?><Relationships xmlns="http://schemas.openxmlformats.org/package/2006/relationships"><Relationship Type="http://schemas.openxmlformats.org/officeDocument/2006/relationships/slide" Target="/ppt/slides/slide9.xml" Id="R668c672a24eb4a26" /><Relationship Type="http://schemas.openxmlformats.org/officeDocument/2006/relationships/notesMaster" Target="/ppt/notesMasters/notesMaster1.xml" Id="R332a02a11a5a4a4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792496e1e28432d" /><Relationship Type="http://schemas.openxmlformats.org/officeDocument/2006/relationships/notesMaster" Target="/ppt/notesMasters/notesMaster1.xml" Id="Rf1067c844c5443a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bfc2bf0c0714dba" /><Relationship Type="http://schemas.openxmlformats.org/officeDocument/2006/relationships/notesMaster" Target="/ppt/notesMasters/notesMaster1.xml" Id="R7b53e447885646a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d0c4d8418074003" /><Relationship Type="http://schemas.openxmlformats.org/officeDocument/2006/relationships/notesMaster" Target="/ppt/notesMasters/notesMaster1.xml" Id="Rb4e0915495e74fa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d0710d1fc324bfa" /><Relationship Type="http://schemas.openxmlformats.org/officeDocument/2006/relationships/notesMaster" Target="/ppt/notesMasters/notesMaster1.xml" Id="R3a7c1c187c304bb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a646c9ad65e4353" /><Relationship Type="http://schemas.openxmlformats.org/officeDocument/2006/relationships/notesMaster" Target="/ppt/notesMasters/notesMaster1.xml" Id="Rb6755b9b3c984ff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298d7860cd34c8c" /><Relationship Type="http://schemas.openxmlformats.org/officeDocument/2006/relationships/notesMaster" Target="/ppt/notesMasters/notesMaster1.xml" Id="Re547b557030f476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c09d0ac5584380" /><Relationship Type="http://schemas.openxmlformats.org/officeDocument/2006/relationships/notesMaster" Target="/ppt/notesMasters/notesMaster1.xml" Id="R51a2d2fd1a144b1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f04f2cdcf744a99" /><Relationship Type="http://schemas.openxmlformats.org/officeDocument/2006/relationships/notesMaster" Target="/ppt/notesMasters/notesMaster1.xml" Id="R5a68b78820ad4d5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84158ee89274597" /><Relationship Type="http://schemas.openxmlformats.org/officeDocument/2006/relationships/notesMaster" Target="/ppt/notesMasters/notesMaster1.xml" Id="R9162b834ffe04e9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c91c27e4f8d4068" /><Relationship Type="http://schemas.openxmlformats.org/officeDocument/2006/relationships/notesMaster" Target="/ppt/notesMasters/notesMaster1.xml" Id="R7e21e3c693f24e5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e50a56dc2b343de" /><Relationship Type="http://schemas.openxmlformats.org/officeDocument/2006/relationships/notesMaster" Target="/ppt/notesMasters/notesMaster1.xml" Id="R19d99b72cb774cc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65d30b1ab794cd5" /><Relationship Type="http://schemas.openxmlformats.org/officeDocument/2006/relationships/notesMaster" Target="/ppt/notesMasters/notesMaster1.xml" Id="R89c8db35cbff45b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eb0052472d94bd6" /><Relationship Type="http://schemas.openxmlformats.org/officeDocument/2006/relationships/notesMaster" Target="/ppt/notesMasters/notesMaster1.xml" Id="R49f9e254959d42e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d05cd42861f4f6a" /><Relationship Type="http://schemas.openxmlformats.org/officeDocument/2006/relationships/notesMaster" Target="/ppt/notesMasters/notesMaster1.xml" Id="Rf22eb857e7e441b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4dfc5aad34d418e" /><Relationship Type="http://schemas.openxmlformats.org/officeDocument/2006/relationships/notesMaster" Target="/ppt/notesMasters/notesMaster1.xml" Id="R7e7b4ebb358b4ca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c4c00877ef04b7a" /><Relationship Type="http://schemas.openxmlformats.org/officeDocument/2006/relationships/notesMaster" Target="/ppt/notesMasters/notesMaster1.xml" Id="Rb5043b703b7649a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062bab640c44c7a" /><Relationship Type="http://schemas.openxmlformats.org/officeDocument/2006/relationships/notesMaster" Target="/ppt/notesMasters/notesMaster1.xml" Id="R2c55e2b4588445c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7a7ab003709437c" /><Relationship Type="http://schemas.openxmlformats.org/officeDocument/2006/relationships/notesMaster" Target="/ppt/notesMasters/notesMaster1.xml" Id="R94b0fe025728437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4902fe597e946aa" /><Relationship Type="http://schemas.openxmlformats.org/officeDocument/2006/relationships/notesMaster" Target="/ppt/notesMasters/notesMaster1.xml" Id="R6cb39895baad44f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c5604cd70ce4512" /><Relationship Type="http://schemas.openxmlformats.org/officeDocument/2006/relationships/notesMaster" Target="/ppt/notesMasters/notesMaster1.xml" Id="Rf9249323ac0741c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3c38d84726a41e4" /><Relationship Type="http://schemas.openxmlformats.org/officeDocument/2006/relationships/notesMaster" Target="/ppt/notesMasters/notesMaster1.xml" Id="Radb632a1f36045f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https://davidchivers.co.uk/teaching/macro-applications/lecture_5.html#/title-slide</a:t>
            </a:r>
          </a:p>
          <a:p xmlns:a="http://schemas.openxmlformats.org/drawingml/2006/main">
            <a:r>
              <a:t/>
            </a:r>
          </a:p>
          <a:p xmlns:a="http://schemas.openxmlformats.org/drawingml/2006/main">
            <a:r>
              <a:t>The Economics of Brexit Lecture 5: Regional disparities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https://davidchivers.co.uk/teaching/macro-applications/lecture_5.html#/l5-s02</a:t>
            </a:r>
          </a:p>
          <a:p xmlns:a="http://schemas.openxmlformats.org/drawingml/2006/main">
            <a:r>
              <a:t/>
            </a:r>
          </a:p>
          <a:p xmlns:a="http://schemas.openxmlformats.org/drawingml/2006/main">
            <a:r>
              <a:t>Learning objectives After this topic, you will be able to: Discuss evidence on differences between European countries and regions. Explain why these differences exist, using the Solow model and New Economic Geography. Explain how economic integration affects regional disparities. Discuss the aims of EU regional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https://davidchivers.co.uk/teaching/macro-applications/lecture_5.html#/l5-s03</a:t>
            </a:r>
          </a:p>
          <a:p xmlns:a="http://schemas.openxmlformats.org/drawingml/2006/main">
            <a:r>
              <a:t/>
            </a:r>
          </a:p>
          <a:p xmlns:a="http://schemas.openxmlformats.org/drawingml/2006/main">
            <a:r>
              <a:t>GDP per capita differences in the EU Source: Eurostat</a:t>
            </a:r>
          </a:p>
          <a:p xmlns:a="http://schemas.openxmlformats.org/drawingml/2006/main">
            <a:r>
              <a:t/>
            </a:r>
          </a:p>
          <a:p xmlns:a="http://schemas.openxmlformats.org/drawingml/2006/main">
            <a:r>
              <a:t>Eurostat bars comparing GDP per capita in purchasing-power standards across EU countries. There are large differences, with Luxembourg particularly high. The historical dates and index definition are retained in the figure.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https://davidchivers.co.uk/teaching/macro-applications/lecture_5.html#/l5-s04</a:t>
            </a:r>
          </a:p>
          <a:p xmlns:a="http://schemas.openxmlformats.org/drawingml/2006/main">
            <a:r>
              <a:t/>
            </a:r>
          </a:p>
          <a:p xmlns:a="http://schemas.openxmlformats.org/drawingml/2006/main">
            <a:r>
              <a:t>GDP per capita: EU15 Source: IMF. Notes: Gross domestic product based on purchasing-power-parity (PPP) per capita GDP. Units: current international dollar.</a:t>
            </a:r>
          </a:p>
          <a:p xmlns:a="http://schemas.openxmlformats.org/drawingml/2006/main">
            <a:r>
              <a:t/>
            </a:r>
          </a:p>
          <a:p xmlns:a="http://schemas.openxmlformats.org/drawingml/2006/main">
            <a:r>
              <a:t>IMF line chart showing GDP per capita at purchasing-power parity for EU15 countries over time. All series rise over much of the period, but substantial cross-country gaps remain.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https://davidchivers.co.uk/teaching/macro-applications/lecture_5.html#/l5-s05</a:t>
            </a:r>
          </a:p>
          <a:p xmlns:a="http://schemas.openxmlformats.org/drawingml/2006/main">
            <a:r>
              <a:t/>
            </a:r>
          </a:p>
          <a:p xmlns:a="http://schemas.openxmlformats.org/drawingml/2006/main">
            <a:r>
              <a:t>Lack of cross-country convergence How can we reconcile this evidence with the Solow model? EU12 have not reached the steady state yet. Differences in the fundamentals. Productivity differences.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https://davidchivers.co.uk/teaching/macro-applications/lecture_5.html#/l5-s06</a:t>
            </a:r>
          </a:p>
          <a:p xmlns:a="http://schemas.openxmlformats.org/drawingml/2006/main">
            <a:r>
              <a:t/>
            </a:r>
          </a:p>
          <a:p xmlns:a="http://schemas.openxmlformats.org/drawingml/2006/main">
            <a:r>
              <a:t>The role of productivity Source: Penn World Tables 8.1. Notes: GDP per capita is output-side real GDP at current prices divided by the population. Total factor productivity and GDP per capita are relative to the US.</a:t>
            </a:r>
          </a:p>
          <a:p xmlns:a="http://schemas.openxmlformats.org/drawingml/2006/main">
            <a:r>
              <a:t/>
            </a:r>
          </a:p>
          <a:p xmlns:a="http://schemas.openxmlformats.org/drawingml/2006/main">
            <a:r>
              <a:t>Scatter plot of real GDP per capita against total factor productivity in EU28 countries in 2006, both relative to the United States. Higher productivity is associated with higher GDP per capita.</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https://davidchivers.co.uk/teaching/macro-applications/lecture_5.html#/l5-s07</a:t>
            </a:r>
          </a:p>
          <a:p xmlns:a="http://schemas.openxmlformats.org/drawingml/2006/main">
            <a:r>
              <a:t/>
            </a:r>
          </a:p>
          <a:p xmlns:a="http://schemas.openxmlformats.org/drawingml/2006/main">
            <a:r>
              <a:t>Regional disparities: GDP per capita Regional GDP in purchasing-power standards per inhabitant, as a percentage of the EU28 average. NUTS2 regions, 2011. Source: Eurostat.</a:t>
            </a:r>
          </a:p>
          <a:p xmlns:a="http://schemas.openxmlformats.org/drawingml/2006/main">
            <a:r>
              <a:t/>
            </a:r>
          </a:p>
          <a:p xmlns:a="http://schemas.openxmlformats.org/drawingml/2006/main">
            <a:r>
              <a:t>Eurostat regional map of GDP per inhabitant in purchasing-power standards in 2011, as a percentage of the EU28 average. NUTS2 regions show large within-country and cross-country differences.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https://davidchivers.co.uk/teaching/macro-applications/lecture_5.html#/l5-s08</a:t>
            </a:r>
          </a:p>
          <a:p xmlns:a="http://schemas.openxmlformats.org/drawingml/2006/main">
            <a:r>
              <a:t/>
            </a:r>
          </a:p>
          <a:p xmlns:a="http://schemas.openxmlformats.org/drawingml/2006/main">
            <a:r>
              <a:t>Regional disparities: unemployment Regional unemployment rates. NUTS2 regions, 2013. Source: Eurostat.</a:t>
            </a:r>
          </a:p>
          <a:p xmlns:a="http://schemas.openxmlformats.org/drawingml/2006/main">
            <a:r>
              <a:t/>
            </a:r>
          </a:p>
          <a:p xmlns:a="http://schemas.openxmlformats.org/drawingml/2006/main">
            <a:r>
              <a:t>Eurostat map of unemployment rates by NUTS2 region in 2013. Rates differ substantially across Europe and within countries, with high unemployment in several southern regions.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https://davidchivers.co.uk/teaching/macro-applications/lecture_5.html#/l5-s09</a:t>
            </a:r>
          </a:p>
          <a:p xmlns:a="http://schemas.openxmlformats.org/drawingml/2006/main">
            <a:r>
              <a:t/>
            </a:r>
          </a:p>
          <a:p xmlns:a="http://schemas.openxmlformats.org/drawingml/2006/main">
            <a:r>
              <a:t>Regional disparities over time Regional disparities are increasing in the UK. Source: Baldwin and Wyplosz (2012).</a:t>
            </a:r>
          </a:p>
          <a:p xmlns:a="http://schemas.openxmlformats.org/drawingml/2006/main">
            <a:r>
              <a:t/>
            </a:r>
          </a:p>
          <a:p xmlns:a="http://schemas.openxmlformats.org/drawingml/2006/main">
            <a:r>
              <a:t>Two UK maps compare GDP per capita relative to the UK average in 1995 and 2005. Shading shows regional differences, including the relatively high level around London.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https://davidchivers.co.uk/teaching/macro-applications/lecture_5.html#/l5-s10</a:t>
            </a:r>
          </a:p>
          <a:p xmlns:a="http://schemas.openxmlformats.org/drawingml/2006/main">
            <a:r>
              <a:t/>
            </a:r>
          </a:p>
          <a:p xmlns:a="http://schemas.openxmlformats.org/drawingml/2006/main">
            <a:r>
              <a:t>Regional disparities: theory Main questions Which factors determine the location of economic activities within a country? Does European integration affect the location of economic activities in any way? “New Economic Geography”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https://davidchivers.co.uk/teaching/macro-applications/lecture_5.html#/l5-s11</a:t>
            </a:r>
          </a:p>
          <a:p xmlns:a="http://schemas.openxmlformats.org/drawingml/2006/main">
            <a:r>
              <a:t/>
            </a:r>
          </a:p>
          <a:p xmlns:a="http://schemas.openxmlformats.org/drawingml/2006/main">
            <a:r>
              <a:t>Where to locate? Dispersion forces Land prices. Congestion. Local competition. Agglomeration forces Demand-linked. Cost-linked.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https://davidchivers.co.uk/teaching/macro-applications/lecture_5.html#/l5-s12</a:t>
            </a:r>
          </a:p>
          <a:p xmlns:a="http://schemas.openxmlformats.org/drawingml/2006/main">
            <a:r>
              <a:t/>
            </a:r>
          </a:p>
          <a:p xmlns:a="http://schemas.openxmlformats.org/drawingml/2006/main">
            <a:r>
              <a:t>Two locations</a:t>
            </a:r>
          </a:p>
          <a:p xmlns:a="http://schemas.openxmlformats.org/drawingml/2006/main">
            <a:r>
              <a:t/>
            </a:r>
          </a:p>
          <a:p xmlns:a="http://schemas.openxmlformats.org/drawingml/2006/main">
            <a:r>
              <a:t>The model has two possible locations for firms: North and South.</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https://davidchivers.co.uk/teaching/macro-applications/lecture_5.html#/l5-s13</a:t>
            </a:r>
          </a:p>
          <a:p xmlns:a="http://schemas.openxmlformats.org/drawingml/2006/main">
            <a:r>
              <a:t/>
            </a:r>
          </a:p>
          <a:p xmlns:a="http://schemas.openxmlformats.org/drawingml/2006/main">
            <a:r>
              <a:t>Dispersion forces</a:t>
            </a:r>
          </a:p>
          <a:p xmlns:a="http://schemas.openxmlformats.org/drawingml/2006/main">
            <a:r>
              <a:t/>
            </a:r>
          </a:p>
          <a:p xmlns:a="http://schemas.openxmlformats.org/drawingml/2006/main">
            <a:r>
              <a:t>Dispersion forces strengthen as the share of firms located in the South increases. The relationship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https://davidchivers.co.uk/teaching/macro-applications/lecture_5.html#/l5-s14</a:t>
            </a:r>
          </a:p>
          <a:p xmlns:a="http://schemas.openxmlformats.org/drawingml/2006/main">
            <a:r>
              <a:t/>
            </a:r>
          </a:p>
          <a:p xmlns:a="http://schemas.openxmlformats.org/drawingml/2006/main">
            <a:r>
              <a:t>Demand-linked agglomeration forces Suppose the South’s share of the total market suddenly increases. With shipping costs, firms relocate to the South. The share of firms in the South rises. Jobs, and therefore workers, move south. The South’s market becomes even larger.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https://davidchivers.co.uk/teaching/macro-applications/lecture_5.html#/l5-s15</a:t>
            </a:r>
          </a:p>
          <a:p xmlns:a="http://schemas.openxmlformats.org/drawingml/2006/main">
            <a:r>
              <a:t/>
            </a:r>
          </a:p>
          <a:p xmlns:a="http://schemas.openxmlformats.org/drawingml/2006/main">
            <a:r>
              <a:t>Supply-linked agglomeration forces Suppose the cost of production in the South suddenly falls. Firms relocate to the South. The share of firms in the South rises. More intermediate goods become available at a lower cost. Production costs in the South fall further.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https://davidchivers.co.uk/teaching/macro-applications/lecture_5.html#/l5-s16</a:t>
            </a:r>
          </a:p>
          <a:p xmlns:a="http://schemas.openxmlformats.org/drawingml/2006/main">
            <a:r>
              <a:t/>
            </a:r>
          </a:p>
          <a:p xmlns:a="http://schemas.openxmlformats.org/drawingml/2006/main">
            <a:r>
              <a:t>Agglomeration forces</a:t>
            </a:r>
          </a:p>
          <a:p xmlns:a="http://schemas.openxmlformats.org/drawingml/2006/main">
            <a:r>
              <a:t/>
            </a:r>
          </a:p>
          <a:p xmlns:a="http://schemas.openxmlformats.org/drawingml/2006/main">
            <a:r>
              <a:t>Agglomeration forces strengthen as the share of firms in the South increases. The relationship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https://davidchivers.co.uk/teaching/macro-applications/lecture_5.html#/l5-s17</a:t>
            </a:r>
          </a:p>
          <a:p xmlns:a="http://schemas.openxmlformats.org/drawingml/2006/main">
            <a:r>
              <a:t/>
            </a:r>
          </a:p>
          <a:p xmlns:a="http://schemas.openxmlformats.org/drawingml/2006/main">
            <a:r>
              <a:t>Firms’ location in equilibrium</a:t>
            </a:r>
          </a:p>
          <a:p xmlns:a="http://schemas.openxmlformats.org/drawingml/2006/main">
            <a:r>
              <a:t/>
            </a:r>
          </a:p>
          <a:p xmlns:a="http://schemas.openxmlformats.org/drawingml/2006/main">
            <a:r>
              <a:t>Equilibrium firm location occurs where dispersion and agglomeration forces intersect at S star. In the illustrated case, more than half of firms locate in the South, the centre; the North is the periphery.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https://davidchivers.co.uk/teaching/macro-applications/lecture_5.html#/l5-s18</a:t>
            </a:r>
          </a:p>
          <a:p xmlns:a="http://schemas.openxmlformats.org/drawingml/2006/main">
            <a:r>
              <a:t/>
            </a:r>
          </a:p>
          <a:p xmlns:a="http://schemas.openxmlformats.org/drawingml/2006/main">
            <a:r>
              <a:t>European integration European integration can be modelled as a reduction in shipping costs, increasing market integration . Two opposing effects Dispersion forces weaken: the advantage of locating in the North falls. Agglomeration forces weaken: the advantage of locating in the South falls.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https://davidchivers.co.uk/teaching/macro-applications/lecture_5.html#/l5-s19</a:t>
            </a:r>
          </a:p>
          <a:p xmlns:a="http://schemas.openxmlformats.org/drawingml/2006/main">
            <a:r>
              <a:t/>
            </a:r>
          </a:p>
          <a:p xmlns:a="http://schemas.openxmlformats.org/drawingml/2006/main">
            <a:r>
              <a:t>Dispersion force</a:t>
            </a:r>
          </a:p>
          <a:p xmlns:a="http://schemas.openxmlformats.org/drawingml/2006/main">
            <a:r>
              <a:t/>
            </a:r>
          </a:p>
          <a:p xmlns:a="http://schemas.openxmlformats.org/drawingml/2006/main">
            <a:r>
              <a:t>Six firms across two locations: firms 1 and 2 in the North, firms 3 to 6 in the South. A barrier represents infinite shipping costs between locations.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https://davidchivers.co.uk/teaching/macro-applications/lecture_5.html#/l5-s20</a:t>
            </a:r>
          </a:p>
          <a:p xmlns:a="http://schemas.openxmlformats.org/drawingml/2006/main">
            <a:r>
              <a:t/>
            </a:r>
          </a:p>
          <a:p xmlns:a="http://schemas.openxmlformats.org/drawingml/2006/main">
            <a:r>
              <a:t>Dispersion force: zero shipping costs</a:t>
            </a:r>
          </a:p>
          <a:p xmlns:a="http://schemas.openxmlformats.org/drawingml/2006/main">
            <a:r>
              <a:t/>
            </a:r>
          </a:p>
          <a:p xmlns:a="http://schemas.openxmlformats.org/drawingml/2006/main">
            <a:r>
              <a:t>The same six firms and locations with shipping costs reduced to zero. The barrier between North and South is removed.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https://davidchivers.co.uk/teaching/macro-applications/lecture_5.html#/l5-s21</a:t>
            </a:r>
          </a:p>
          <a:p xmlns:a="http://schemas.openxmlformats.org/drawingml/2006/main">
            <a:r>
              <a:t/>
            </a:r>
          </a:p>
          <a:p xmlns:a="http://schemas.openxmlformats.org/drawingml/2006/main">
            <a:r>
              <a:t>Dispersion force is weaker</a:t>
            </a:r>
          </a:p>
          <a:p xmlns:a="http://schemas.openxmlformats.org/drawingml/2006/main">
            <a:r>
              <a:t/>
            </a:r>
          </a:p>
          <a:p xmlns:a="http://schemas.openxmlformats.org/drawingml/2006/main">
            <a:r>
              <a:t>Integration weakens dispersion forces. The dispersion curve becomes flatter and the equilibrium share of firms in the South rises from S star to S double star.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https://davidchivers.co.uk/teaching/macro-applications/lecture_5.html#/l5-s22</a:t>
            </a:r>
          </a:p>
          <a:p xmlns:a="http://schemas.openxmlformats.org/drawingml/2006/main">
            <a:r>
              <a:t/>
            </a:r>
          </a:p>
          <a:p xmlns:a="http://schemas.openxmlformats.org/drawingml/2006/main">
            <a:r>
              <a:t>Agglomeration force is weaker</a:t>
            </a:r>
          </a:p>
          <a:p xmlns:a="http://schemas.openxmlformats.org/drawingml/2006/main">
            <a:r>
              <a:t/>
            </a:r>
          </a:p>
          <a:p xmlns:a="http://schemas.openxmlformats.org/drawingml/2006/main">
            <a:r>
              <a:t>Integration also weakens agglomeration forces. Relative to the previous diagram, the agglomeration curve flattens and the equilibrium share shifts to S triple star.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https://davidchivers.co.uk/teaching/macro-applications/lecture_5.html#/l5-s23</a:t>
            </a:r>
          </a:p>
          <a:p xmlns:a="http://schemas.openxmlformats.org/drawingml/2006/main">
            <a:r>
              <a:t/>
            </a:r>
          </a:p>
          <a:p xmlns:a="http://schemas.openxmlformats.org/drawingml/2006/main">
            <a:r>
              <a:t>Equilibrium effect? Since regional inequalities are increasing in Europe, then the incentives to locate in the periphery must have fallen by more than the incentives to locate in the core regions.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https://davidchivers.co.uk/teaching/macro-applications/lecture_5.html#/l5-s24</a:t>
            </a:r>
          </a:p>
          <a:p xmlns:a="http://schemas.openxmlformats.org/drawingml/2006/main">
            <a:r>
              <a:t/>
            </a:r>
          </a:p>
          <a:p xmlns:a="http://schemas.openxmlformats.org/drawingml/2006/main">
            <a:r>
              <a:t>Regional policy Non-interventionist view Regional policy penalises prosperous and productive regions. Disparities are a market outcome and must be tolerated. Interventionist view Disparities result from market failures. These can be better addressed at the European level. As integration favours the core, lagging regions need support.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https://davidchivers.co.uk/teaching/macro-applications/lecture_5.html#/l5-s25</a:t>
            </a:r>
          </a:p>
          <a:p xmlns:a="http://schemas.openxmlformats.org/drawingml/2006/main">
            <a:r>
              <a:t/>
            </a:r>
          </a:p>
          <a:p xmlns:a="http://schemas.openxmlformats.org/drawingml/2006/main">
            <a:r>
              <a:t>Regional policy: 2014–2020 One aim of the EU is to reduce regional disparities (EU Treaty). Under the 2014–2020 strategy , a third of the EU budget was committed to cohesion policy. Three programmes Two-thirds to less-developed regions: below 75% of the EU27 average. 13% to transition regions: between 75% and 90% of the EU average. 20% to more-developed regions: above 90%.</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https://davidchivers.co.uk/teaching/macro-applications/lecture_5.html#/l5-s26</a:t>
            </a:r>
          </a:p>
          <a:p xmlns:a="http://schemas.openxmlformats.org/drawingml/2006/main">
            <a:r>
              <a:t/>
            </a:r>
          </a:p>
          <a:p xmlns:a="http://schemas.openxmlformats.org/drawingml/2006/main">
            <a:r>
              <a:t>The future of the EU Should the EU pursue the agenda of completing the political union or not? Is a federalist project for European countries a good idea to start with?</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https://davidchivers.co.uk/teaching/macro-applications/lecture_5.html#/l5-s27</a:t>
            </a:r>
          </a:p>
          <a:p xmlns:a="http://schemas.openxmlformats.org/drawingml/2006/main">
            <a:r>
              <a:t/>
            </a:r>
          </a:p>
          <a:p xmlns:a="http://schemas.openxmlformats.org/drawingml/2006/main">
            <a:r>
              <a:t>What is the optimal size of a country? Contrasting views “experience has shown that it is difficult, if not impossible, for a populous state to be run by good laws” (Aristotle, The Politics ). In the context of the US federation, Madison argued that a larger territory reduces the chance that “a majority of the whole will have a common motive to invade the rights of other citizens; or if such a common motive exists, it will be more difficult…to act in unison with each other” (Alesina et al., 2003, p. 5).</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https://davidchivers.co.uk/teaching/macro-applications/lecture_5.html#/l5-s28</a:t>
            </a:r>
          </a:p>
          <a:p xmlns:a="http://schemas.openxmlformats.org/drawingml/2006/main">
            <a:r>
              <a:t/>
            </a:r>
          </a:p>
          <a:p xmlns:a="http://schemas.openxmlformats.org/drawingml/2006/main">
            <a:r>
              <a:t>Alesina et al. (2005) The optimal size of a country balances the benefits and costs of size. Benefits Economies of scale in providing public goods. The market-size effect. Cost Heterogeneity of preferences. Economic integration changes this trade-off by reducing the benefits of size.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https://davidchivers.co.uk/teaching/macro-applications/lecture_5.html#/l5-revision</a:t>
            </a:r>
          </a:p>
          <a:p xmlns:a="http://schemas.openxmlformats.org/drawingml/2006/main">
            <a:r>
              <a:t/>
            </a:r>
          </a:p>
          <a:p xmlns:a="http://schemas.openxmlformats.org/drawingml/2006/main">
            <a:r>
              <a:t>Revision Bringing it together When does integration raise welfare, and who gains or loses? Preparation: Practise linking each diagram to an argument and a piece of evidence.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https://davidchivers.co.uk/teaching/macro-applications/lecture_5.html#/l5-s29</a:t>
            </a:r>
          </a:p>
          <a:p xmlns:a="http://schemas.openxmlformats.org/drawingml/2006/main">
            <a:r>
              <a:t/>
            </a:r>
          </a:p>
          <a:p xmlns:a="http://schemas.openxmlformats.org/drawingml/2006/main">
            <a:r>
              <a:t>References Essential reading Baldwin and Wyplosz, The Economics of European Integration , “Location effects and regional policy” (Chapter 10 in the seventh edition) . Other editions are fine; find the chapter by its title. Further reading See the ECON2271 Talis reading list ,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6bf825d833548b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b7f3973252a46b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ed832e8883d4c4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a24d1cc718045c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c4ca460108848f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a0451d9be7c49a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6BE757F-28E5-4447-8AA7-6514B661591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321FFBB-E69D-4346-AE92-E6258923727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3C85F66-8F5F-442F-B31F-F17DEFD81E7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8A2404-CA43-4CD5-9E74-9D8EF6EB9E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B069713-CB50-4066-8E86-15B24210B0F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06BC5F2-6311-45A0-969C-E82EBF1932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E90A530-466D-4954-9C0D-1CFAD80152F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C285068-DF01-4D7E-B2A5-0DD759C2E12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474A151-5A47-4FA7-8007-0E150813E63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96CB25F-5C14-4E71-AABB-0E9979739C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c9442f9c594c66" /><Relationship Type="http://schemas.openxmlformats.org/officeDocument/2006/relationships/slideLayout" Target="/ppt/slideLayouts/slideLayout1.xml" Id="Rc65fe3e515194374" /><Relationship Type="http://schemas.openxmlformats.org/officeDocument/2006/relationships/slideLayout" Target="/ppt/slideLayouts/slideLayout2.xml" Id="Ref9501bbce6f441b" /><Relationship Type="http://schemas.openxmlformats.org/officeDocument/2006/relationships/slideLayout" Target="/ppt/slideLayouts/slideLayout3.xml" Id="R8127e05133a44b9d" /><Relationship Type="http://schemas.openxmlformats.org/officeDocument/2006/relationships/slideLayout" Target="/ppt/slideLayouts/slideLayout4.xml" Id="Ra8c6b0cd66c344c0" /><Relationship Type="http://schemas.openxmlformats.org/officeDocument/2006/relationships/slideLayout" Target="/ppt/slideLayouts/slideLayout5.xml" Id="R25d823edfbb04b9e" /><Relationship Type="http://schemas.openxmlformats.org/officeDocument/2006/relationships/slideLayout" Target="/ppt/slideLayouts/slideLayout6.xml" Id="R70f549a9485f463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65fe3e515194374"/>
    <p:sldLayoutId xmlns:r="http://schemas.openxmlformats.org/officeDocument/2006/relationships" id="2147483650" r:id="Ref9501bbce6f441b"/>
    <p:sldLayoutId xmlns:r="http://schemas.openxmlformats.org/officeDocument/2006/relationships" id="2147483651" r:id="R8127e05133a44b9d"/>
    <p:sldLayoutId xmlns:r="http://schemas.openxmlformats.org/officeDocument/2006/relationships" id="2147483652" r:id="Ra8c6b0cd66c344c0"/>
    <p:sldLayoutId xmlns:r="http://schemas.openxmlformats.org/officeDocument/2006/relationships" id="2147483653" r:id="R25d823edfbb04b9e"/>
    <p:sldLayoutId xmlns:r="http://schemas.openxmlformats.org/officeDocument/2006/relationships" id="2147483654" r:id="R70f549a9485f463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18a6b85c0c14ba3" /><Relationship Type="http://schemas.openxmlformats.org/officeDocument/2006/relationships/image" Target="/ppt/media/image.jpeg" Id="Rf781818af4c84a0a" /><Relationship Type="http://schemas.openxmlformats.org/officeDocument/2006/relationships/notesSlide" Target="/ppt/notesSlides/notesSlide1.xml" Id="R7865d4a3ca414c3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6c1ef71f1c04f2b" /><Relationship Type="http://schemas.openxmlformats.org/officeDocument/2006/relationships/image" Target="/ppt/media/image2.jpeg" Id="Rb16bd6c84c7548c7" /><Relationship Type="http://schemas.openxmlformats.org/officeDocument/2006/relationships/notesSlide" Target="/ppt/notesSlides/notesSlide2.xml" Id="R5a2d9325491147f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e670669a0494b1f" /><Relationship Type="http://schemas.openxmlformats.org/officeDocument/2006/relationships/image" Target="/ppt/media/image3.jpeg" Id="Rcdd7d7e28c0c4fd5" /><Relationship Type="http://schemas.openxmlformats.org/officeDocument/2006/relationships/notesSlide" Target="/ppt/notesSlides/notesSlide3.xml" Id="R0c9b4462e65b4a6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c6c405cebf641db" /><Relationship Type="http://schemas.openxmlformats.org/officeDocument/2006/relationships/image" Target="/ppt/media/image4.jpeg" Id="Rf442fa8c510e449c" /><Relationship Type="http://schemas.openxmlformats.org/officeDocument/2006/relationships/notesSlide" Target="/ppt/notesSlides/notesSlide4.xml" Id="R86db14b17a524fd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5742bf605784b92" /><Relationship Type="http://schemas.openxmlformats.org/officeDocument/2006/relationships/image" Target="/ppt/media/image5.jpeg" Id="R89132576fa1e49c6" /><Relationship Type="http://schemas.openxmlformats.org/officeDocument/2006/relationships/notesSlide" Target="/ppt/notesSlides/notesSlide5.xml" Id="R6d307db4b72d44a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fe9a2d5f54c420c" /><Relationship Type="http://schemas.openxmlformats.org/officeDocument/2006/relationships/image" Target="/ppt/media/image6.jpeg" Id="R89936b187d6e44e2" /><Relationship Type="http://schemas.openxmlformats.org/officeDocument/2006/relationships/notesSlide" Target="/ppt/notesSlides/notesSlide6.xml" Id="R7649c8ff75714c6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958c889b1364cae" /><Relationship Type="http://schemas.openxmlformats.org/officeDocument/2006/relationships/image" Target="/ppt/media/image7.jpeg" Id="R7dbb08f586a9416e" /><Relationship Type="http://schemas.openxmlformats.org/officeDocument/2006/relationships/notesSlide" Target="/ppt/notesSlides/notesSlide7.xml" Id="R0677673d6a0a4b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50b140050954b88" /><Relationship Type="http://schemas.openxmlformats.org/officeDocument/2006/relationships/image" Target="/ppt/media/image8.jpeg" Id="Red2141f720874830" /><Relationship Type="http://schemas.openxmlformats.org/officeDocument/2006/relationships/notesSlide" Target="/ppt/notesSlides/notesSlide8.xml" Id="R4ee7cd5848ea4a7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909073c41e9447e" /><Relationship Type="http://schemas.openxmlformats.org/officeDocument/2006/relationships/image" Target="/ppt/media/image9.jpeg" Id="Re246e1c86a154a6b" /><Relationship Type="http://schemas.openxmlformats.org/officeDocument/2006/relationships/notesSlide" Target="/ppt/notesSlides/notesSlide9.xml" Id="R1519ada8ec7b420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73fb232f60141e5" /><Relationship Type="http://schemas.openxmlformats.org/officeDocument/2006/relationships/image" Target="/ppt/media/image10.jpeg" Id="R390c127ada4842cb" /><Relationship Type="http://schemas.openxmlformats.org/officeDocument/2006/relationships/notesSlide" Target="/ppt/notesSlides/notesSlide10.xml" Id="R8aa3e24b43ce4af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b607a22463648cc" /><Relationship Type="http://schemas.openxmlformats.org/officeDocument/2006/relationships/image" Target="/ppt/media/image11.jpeg" Id="Rc4a882915d2742af" /><Relationship Type="http://schemas.openxmlformats.org/officeDocument/2006/relationships/notesSlide" Target="/ppt/notesSlides/notesSlide11.xml" Id="R8bde4d367ea5414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a0b923f17a94e24" /><Relationship Type="http://schemas.openxmlformats.org/officeDocument/2006/relationships/image" Target="/ppt/media/image12.jpeg" Id="R6cd72c7371dc4143" /><Relationship Type="http://schemas.openxmlformats.org/officeDocument/2006/relationships/notesSlide" Target="/ppt/notesSlides/notesSlide12.xml" Id="R88a0f55369324d6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5e926c420c14309" /><Relationship Type="http://schemas.openxmlformats.org/officeDocument/2006/relationships/image" Target="/ppt/media/image13.jpeg" Id="R0887361da5814bcc" /><Relationship Type="http://schemas.openxmlformats.org/officeDocument/2006/relationships/notesSlide" Target="/ppt/notesSlides/notesSlide13.xml" Id="R87ecb7ac3c474c6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91937f2c3254e31" /><Relationship Type="http://schemas.openxmlformats.org/officeDocument/2006/relationships/image" Target="/ppt/media/image14.jpeg" Id="R4c5521df05204110" /><Relationship Type="http://schemas.openxmlformats.org/officeDocument/2006/relationships/notesSlide" Target="/ppt/notesSlides/notesSlide14.xml" Id="R2224b3af1ec4407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99d59dee0da4c4a" /><Relationship Type="http://schemas.openxmlformats.org/officeDocument/2006/relationships/image" Target="/ppt/media/image15.jpeg" Id="Re2fb547c7c2147de" /><Relationship Type="http://schemas.openxmlformats.org/officeDocument/2006/relationships/notesSlide" Target="/ppt/notesSlides/notesSlide15.xml" Id="R9735b7d0e5a0486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d513287bada4721" /><Relationship Type="http://schemas.openxmlformats.org/officeDocument/2006/relationships/image" Target="/ppt/media/image16.jpeg" Id="Rd6acfe73dec94294" /><Relationship Type="http://schemas.openxmlformats.org/officeDocument/2006/relationships/notesSlide" Target="/ppt/notesSlides/notesSlide16.xml" Id="Raef3236f2cfe436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f3eff8391014d5a" /><Relationship Type="http://schemas.openxmlformats.org/officeDocument/2006/relationships/image" Target="/ppt/media/image17.jpeg" Id="R139c6d51f5b947eb" /><Relationship Type="http://schemas.openxmlformats.org/officeDocument/2006/relationships/notesSlide" Target="/ppt/notesSlides/notesSlide17.xml" Id="Rb32519ac6dde470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74f7a82b7ee4682" /><Relationship Type="http://schemas.openxmlformats.org/officeDocument/2006/relationships/image" Target="/ppt/media/image18.jpeg" Id="Rce3170da79ec4aa5" /><Relationship Type="http://schemas.openxmlformats.org/officeDocument/2006/relationships/notesSlide" Target="/ppt/notesSlides/notesSlide18.xml" Id="R9ce090c9feb2498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43a8ed5e32d4d40" /><Relationship Type="http://schemas.openxmlformats.org/officeDocument/2006/relationships/image" Target="/ppt/media/image19.jpeg" Id="R1bf68c53dc2841fe" /><Relationship Type="http://schemas.openxmlformats.org/officeDocument/2006/relationships/notesSlide" Target="/ppt/notesSlides/notesSlide19.xml" Id="R1ae061350d144b9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029c0052e914f56" /><Relationship Type="http://schemas.openxmlformats.org/officeDocument/2006/relationships/image" Target="/ppt/media/image20.jpeg" Id="Ra3c2fe6dc7fa469a" /><Relationship Type="http://schemas.openxmlformats.org/officeDocument/2006/relationships/notesSlide" Target="/ppt/notesSlides/notesSlide20.xml" Id="R2dd7bfb809ae42e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882640555214e6b" /><Relationship Type="http://schemas.openxmlformats.org/officeDocument/2006/relationships/image" Target="/ppt/media/image21.jpeg" Id="Rafd6c265ef3f405c" /><Relationship Type="http://schemas.openxmlformats.org/officeDocument/2006/relationships/notesSlide" Target="/ppt/notesSlides/notesSlide21.xml" Id="Rb5a3696f577043c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c46f381840a41dc" /><Relationship Type="http://schemas.openxmlformats.org/officeDocument/2006/relationships/image" Target="/ppt/media/image22.jpeg" Id="Rb2ac266ce31a44ef" /><Relationship Type="http://schemas.openxmlformats.org/officeDocument/2006/relationships/notesSlide" Target="/ppt/notesSlides/notesSlide22.xml" Id="Rd4a248cd1df449d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ff36c3ec8c54f9b" /><Relationship Type="http://schemas.openxmlformats.org/officeDocument/2006/relationships/image" Target="/ppt/media/image23.jpeg" Id="Ra5334074c70941d3" /><Relationship Type="http://schemas.openxmlformats.org/officeDocument/2006/relationships/notesSlide" Target="/ppt/notesSlides/notesSlide23.xml" Id="R8f23a63e242b486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5ca1d65d6f64401" /><Relationship Type="http://schemas.openxmlformats.org/officeDocument/2006/relationships/image" Target="/ppt/media/image24.jpeg" Id="R3c69319da45447ec" /><Relationship Type="http://schemas.openxmlformats.org/officeDocument/2006/relationships/notesSlide" Target="/ppt/notesSlides/notesSlide24.xml" Id="Rbdcf1bfc1661439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ad2566fa2234388" /><Relationship Type="http://schemas.openxmlformats.org/officeDocument/2006/relationships/image" Target="/ppt/media/image25.jpeg" Id="Rb014c7c422a64f1b" /><Relationship Type="http://schemas.openxmlformats.org/officeDocument/2006/relationships/notesSlide" Target="/ppt/notesSlides/notesSlide25.xml" Id="R10f2eac3806446e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0b0f05f3ca5476e" /><Relationship Type="http://schemas.openxmlformats.org/officeDocument/2006/relationships/image" Target="/ppt/media/image26.jpeg" Id="Rb44a37eea3c74790" /><Relationship Type="http://schemas.openxmlformats.org/officeDocument/2006/relationships/notesSlide" Target="/ppt/notesSlides/notesSlide26.xml" Id="Rbc8ee407378149b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e12a1a56e7046cd" /><Relationship Type="http://schemas.openxmlformats.org/officeDocument/2006/relationships/image" Target="/ppt/media/image27.jpeg" Id="R8c12b3ae37264e30" /><Relationship Type="http://schemas.openxmlformats.org/officeDocument/2006/relationships/notesSlide" Target="/ppt/notesSlides/notesSlide27.xml" Id="Rec1f3d19f3564a1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5a03fa303914424" /><Relationship Type="http://schemas.openxmlformats.org/officeDocument/2006/relationships/image" Target="/ppt/media/image28.jpeg" Id="R8e05f081bfd64211" /><Relationship Type="http://schemas.openxmlformats.org/officeDocument/2006/relationships/notesSlide" Target="/ppt/notesSlides/notesSlide28.xml" Id="Rce4717bcd6b3437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e740bc4814244d6" /><Relationship Type="http://schemas.openxmlformats.org/officeDocument/2006/relationships/image" Target="/ppt/media/image29.jpeg" Id="R30eaeb121aaf426f" /><Relationship Type="http://schemas.openxmlformats.org/officeDocument/2006/relationships/notesSlide" Target="/ppt/notesSlides/notesSlide29.xml" Id="R43ba8ca95f184e2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1a77c9d30c64c2b" /><Relationship Type="http://schemas.openxmlformats.org/officeDocument/2006/relationships/image" Target="/ppt/media/image30.jpeg" Id="R99958ca2e7504114" /><Relationship Type="http://schemas.openxmlformats.org/officeDocument/2006/relationships/notesSlide" Target="/ppt/notesSlides/notesSlide30.xml" Id="Ra36878d7b9d14c91"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FC1A963-A0AF-4C41-9B2B-02341BC412D5}"/>
              </a:ext>
            </a:extLst>
          </p:cNvPr>
          <p:cNvPicPr>
            <a:picLocks xmlns:a="http://schemas.openxmlformats.org/drawingml/2006/main" noChangeAspect="1"/>
          </p:cNvPicPr>
          <p:nvPr/>
        </p:nvPicPr>
        <p:blipFill>
          <a:blip xmlns:r="http://schemas.openxmlformats.org/officeDocument/2006/relationships" xmlns:a="http://schemas.openxmlformats.org/drawingml/2006/main" r:embed="Rf781818af4c84a0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784544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7810622-32D1-4E49-A352-663C6DBB342C}"/>
              </a:ext>
            </a:extLst>
          </p:cNvPr>
          <p:cNvPicPr>
            <a:picLocks xmlns:a="http://schemas.openxmlformats.org/drawingml/2006/main" noChangeAspect="1"/>
          </p:cNvPicPr>
          <p:nvPr/>
        </p:nvPicPr>
        <p:blipFill>
          <a:blip xmlns:r="http://schemas.openxmlformats.org/officeDocument/2006/relationships" xmlns:a="http://schemas.openxmlformats.org/drawingml/2006/main" r:embed="Rb16bd6c84c7548c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5042859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E94E08E-31E6-4730-8BE2-F883B10D06DC}"/>
              </a:ext>
            </a:extLst>
          </p:cNvPr>
          <p:cNvPicPr>
            <a:picLocks xmlns:a="http://schemas.openxmlformats.org/drawingml/2006/main" noChangeAspect="1"/>
          </p:cNvPicPr>
          <p:nvPr/>
        </p:nvPicPr>
        <p:blipFill>
          <a:blip xmlns:r="http://schemas.openxmlformats.org/officeDocument/2006/relationships" xmlns:a="http://schemas.openxmlformats.org/drawingml/2006/main" r:embed="Rcdd7d7e28c0c4fd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4247481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C06BB90-D4C6-44A3-8515-C55EC039DCA7}"/>
              </a:ext>
            </a:extLst>
          </p:cNvPr>
          <p:cNvPicPr>
            <a:picLocks xmlns:a="http://schemas.openxmlformats.org/drawingml/2006/main" noChangeAspect="1"/>
          </p:cNvPicPr>
          <p:nvPr/>
        </p:nvPicPr>
        <p:blipFill>
          <a:blip xmlns:r="http://schemas.openxmlformats.org/officeDocument/2006/relationships" xmlns:a="http://schemas.openxmlformats.org/drawingml/2006/main" r:embed="Rf442fa8c510e449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2862654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6C667D5-D9F6-486A-BA39-81443C3DB892}"/>
              </a:ext>
            </a:extLst>
          </p:cNvPr>
          <p:cNvPicPr>
            <a:picLocks xmlns:a="http://schemas.openxmlformats.org/drawingml/2006/main" noChangeAspect="1"/>
          </p:cNvPicPr>
          <p:nvPr/>
        </p:nvPicPr>
        <p:blipFill>
          <a:blip xmlns:r="http://schemas.openxmlformats.org/officeDocument/2006/relationships" xmlns:a="http://schemas.openxmlformats.org/drawingml/2006/main" r:embed="R89132576fa1e49c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2635464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07F90C5-F88F-4AA1-AAD4-592189A96AF1}"/>
              </a:ext>
            </a:extLst>
          </p:cNvPr>
          <p:cNvPicPr>
            <a:picLocks xmlns:a="http://schemas.openxmlformats.org/drawingml/2006/main" noChangeAspect="1"/>
          </p:cNvPicPr>
          <p:nvPr/>
        </p:nvPicPr>
        <p:blipFill>
          <a:blip xmlns:r="http://schemas.openxmlformats.org/officeDocument/2006/relationships" xmlns:a="http://schemas.openxmlformats.org/drawingml/2006/main" r:embed="R89936b187d6e44e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8985469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87AE681-B630-48E8-9498-A0B18014AB00}"/>
              </a:ext>
            </a:extLst>
          </p:cNvPr>
          <p:cNvPicPr>
            <a:picLocks xmlns:a="http://schemas.openxmlformats.org/drawingml/2006/main" noChangeAspect="1"/>
          </p:cNvPicPr>
          <p:nvPr/>
        </p:nvPicPr>
        <p:blipFill>
          <a:blip xmlns:r="http://schemas.openxmlformats.org/officeDocument/2006/relationships" xmlns:a="http://schemas.openxmlformats.org/drawingml/2006/main" r:embed="R7dbb08f586a9416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5804794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F737318-B25C-42DA-8B9E-6BD80003E21F}"/>
              </a:ext>
            </a:extLst>
          </p:cNvPr>
          <p:cNvPicPr>
            <a:picLocks xmlns:a="http://schemas.openxmlformats.org/drawingml/2006/main" noChangeAspect="1"/>
          </p:cNvPicPr>
          <p:nvPr/>
        </p:nvPicPr>
        <p:blipFill>
          <a:blip xmlns:r="http://schemas.openxmlformats.org/officeDocument/2006/relationships" xmlns:a="http://schemas.openxmlformats.org/drawingml/2006/main" r:embed="Red2141f72087483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668967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C36AA83-B303-4D9B-9555-9B6B375E237C}"/>
              </a:ext>
            </a:extLst>
          </p:cNvPr>
          <p:cNvPicPr>
            <a:picLocks xmlns:a="http://schemas.openxmlformats.org/drawingml/2006/main" noChangeAspect="1"/>
          </p:cNvPicPr>
          <p:nvPr/>
        </p:nvPicPr>
        <p:blipFill>
          <a:blip xmlns:r="http://schemas.openxmlformats.org/officeDocument/2006/relationships" xmlns:a="http://schemas.openxmlformats.org/drawingml/2006/main" r:embed="Re246e1c86a154a6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397077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8F5495A-CBE7-4CFB-A18D-183E995FFBD7}"/>
              </a:ext>
            </a:extLst>
          </p:cNvPr>
          <p:cNvPicPr>
            <a:picLocks xmlns:a="http://schemas.openxmlformats.org/drawingml/2006/main" noChangeAspect="1"/>
          </p:cNvPicPr>
          <p:nvPr/>
        </p:nvPicPr>
        <p:blipFill>
          <a:blip xmlns:r="http://schemas.openxmlformats.org/officeDocument/2006/relationships" xmlns:a="http://schemas.openxmlformats.org/drawingml/2006/main" r:embed="R390c127ada4842c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3650541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DFD7D01-CCA4-4087-8484-7618CE76483E}"/>
              </a:ext>
            </a:extLst>
          </p:cNvPr>
          <p:cNvPicPr>
            <a:picLocks xmlns:a="http://schemas.openxmlformats.org/drawingml/2006/main" noChangeAspect="1"/>
          </p:cNvPicPr>
          <p:nvPr/>
        </p:nvPicPr>
        <p:blipFill>
          <a:blip xmlns:r="http://schemas.openxmlformats.org/officeDocument/2006/relationships" xmlns:a="http://schemas.openxmlformats.org/drawingml/2006/main" r:embed="Rc4a882915d2742a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0259447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8823D05-529D-471F-869C-A6C12965DCE6}"/>
              </a:ext>
            </a:extLst>
          </p:cNvPr>
          <p:cNvPicPr>
            <a:picLocks xmlns:a="http://schemas.openxmlformats.org/drawingml/2006/main" noChangeAspect="1"/>
          </p:cNvPicPr>
          <p:nvPr/>
        </p:nvPicPr>
        <p:blipFill>
          <a:blip xmlns:r="http://schemas.openxmlformats.org/officeDocument/2006/relationships" xmlns:a="http://schemas.openxmlformats.org/drawingml/2006/main" r:embed="R6cd72c7371dc414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2341961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AC8E360-2644-4265-B698-9F1ACDB3000E}"/>
              </a:ext>
            </a:extLst>
          </p:cNvPr>
          <p:cNvPicPr>
            <a:picLocks xmlns:a="http://schemas.openxmlformats.org/drawingml/2006/main" noChangeAspect="1"/>
          </p:cNvPicPr>
          <p:nvPr/>
        </p:nvPicPr>
        <p:blipFill>
          <a:blip xmlns:r="http://schemas.openxmlformats.org/officeDocument/2006/relationships" xmlns:a="http://schemas.openxmlformats.org/drawingml/2006/main" r:embed="R0887361da5814bc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5634855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F7C6D7B-CAFE-4903-BF6C-F1293C9D1694}"/>
              </a:ext>
            </a:extLst>
          </p:cNvPr>
          <p:cNvPicPr>
            <a:picLocks xmlns:a="http://schemas.openxmlformats.org/drawingml/2006/main" noChangeAspect="1"/>
          </p:cNvPicPr>
          <p:nvPr/>
        </p:nvPicPr>
        <p:blipFill>
          <a:blip xmlns:r="http://schemas.openxmlformats.org/officeDocument/2006/relationships" xmlns:a="http://schemas.openxmlformats.org/drawingml/2006/main" r:embed="R4c5521df0520411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96617137"/>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0F3CD91-D01D-441C-B162-E6FAA40A6384}"/>
              </a:ext>
            </a:extLst>
          </p:cNvPr>
          <p:cNvPicPr>
            <a:picLocks xmlns:a="http://schemas.openxmlformats.org/drawingml/2006/main" noChangeAspect="1"/>
          </p:cNvPicPr>
          <p:nvPr/>
        </p:nvPicPr>
        <p:blipFill>
          <a:blip xmlns:r="http://schemas.openxmlformats.org/officeDocument/2006/relationships" xmlns:a="http://schemas.openxmlformats.org/drawingml/2006/main" r:embed="Re2fb547c7c2147d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402745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AD035C1-4BE3-4565-9EAE-1D93D8252AF4}"/>
              </a:ext>
            </a:extLst>
          </p:cNvPr>
          <p:cNvPicPr>
            <a:picLocks xmlns:a="http://schemas.openxmlformats.org/drawingml/2006/main" noChangeAspect="1"/>
          </p:cNvPicPr>
          <p:nvPr/>
        </p:nvPicPr>
        <p:blipFill>
          <a:blip xmlns:r="http://schemas.openxmlformats.org/officeDocument/2006/relationships" xmlns:a="http://schemas.openxmlformats.org/drawingml/2006/main" r:embed="Rd6acfe73dec9429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2917375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A81C3C4-6F10-4570-BC3E-BAC34C713A01}"/>
              </a:ext>
            </a:extLst>
          </p:cNvPr>
          <p:cNvPicPr>
            <a:picLocks xmlns:a="http://schemas.openxmlformats.org/drawingml/2006/main" noChangeAspect="1"/>
          </p:cNvPicPr>
          <p:nvPr/>
        </p:nvPicPr>
        <p:blipFill>
          <a:blip xmlns:r="http://schemas.openxmlformats.org/officeDocument/2006/relationships" xmlns:a="http://schemas.openxmlformats.org/drawingml/2006/main" r:embed="R139c6d51f5b947e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66556632"/>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A6AE487-6664-46E9-A5E6-65080B4ECA85}"/>
              </a:ext>
            </a:extLst>
          </p:cNvPr>
          <p:cNvPicPr>
            <a:picLocks xmlns:a="http://schemas.openxmlformats.org/drawingml/2006/main" noChangeAspect="1"/>
          </p:cNvPicPr>
          <p:nvPr/>
        </p:nvPicPr>
        <p:blipFill>
          <a:blip xmlns:r="http://schemas.openxmlformats.org/officeDocument/2006/relationships" xmlns:a="http://schemas.openxmlformats.org/drawingml/2006/main" r:embed="Rce3170da79ec4aa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39501890"/>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DC33996-65D4-44A6-B9F1-91C5745E0EA9}"/>
              </a:ext>
            </a:extLst>
          </p:cNvPr>
          <p:cNvPicPr>
            <a:picLocks xmlns:a="http://schemas.openxmlformats.org/drawingml/2006/main" noChangeAspect="1"/>
          </p:cNvPicPr>
          <p:nvPr/>
        </p:nvPicPr>
        <p:blipFill>
          <a:blip xmlns:r="http://schemas.openxmlformats.org/officeDocument/2006/relationships" xmlns:a="http://schemas.openxmlformats.org/drawingml/2006/main" r:embed="R1bf68c53dc2841f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8159655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E45E971-87BE-46FA-8389-7B9B222272B6}"/>
              </a:ext>
            </a:extLst>
          </p:cNvPr>
          <p:cNvPicPr>
            <a:picLocks xmlns:a="http://schemas.openxmlformats.org/drawingml/2006/main" noChangeAspect="1"/>
          </p:cNvPicPr>
          <p:nvPr/>
        </p:nvPicPr>
        <p:blipFill>
          <a:blip xmlns:r="http://schemas.openxmlformats.org/officeDocument/2006/relationships" xmlns:a="http://schemas.openxmlformats.org/drawingml/2006/main" r:embed="Ra3c2fe6dc7fa469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0120320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48B56D9-0A9F-4F07-9345-BBE9006FB05C}"/>
              </a:ext>
            </a:extLst>
          </p:cNvPr>
          <p:cNvPicPr>
            <a:picLocks xmlns:a="http://schemas.openxmlformats.org/drawingml/2006/main" noChangeAspect="1"/>
          </p:cNvPicPr>
          <p:nvPr/>
        </p:nvPicPr>
        <p:blipFill>
          <a:blip xmlns:r="http://schemas.openxmlformats.org/officeDocument/2006/relationships" xmlns:a="http://schemas.openxmlformats.org/drawingml/2006/main" r:embed="Rafd6c265ef3f405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56510738"/>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D6B795A-C3F6-4681-85D9-2464932EDC53}"/>
              </a:ext>
            </a:extLst>
          </p:cNvPr>
          <p:cNvPicPr>
            <a:picLocks xmlns:a="http://schemas.openxmlformats.org/drawingml/2006/main" noChangeAspect="1"/>
          </p:cNvPicPr>
          <p:nvPr/>
        </p:nvPicPr>
        <p:blipFill>
          <a:blip xmlns:r="http://schemas.openxmlformats.org/officeDocument/2006/relationships" xmlns:a="http://schemas.openxmlformats.org/drawingml/2006/main" r:embed="Rb2ac266ce31a44e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522290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E589BCD-51E8-41BB-9E17-C616E9B15A75}"/>
              </a:ext>
            </a:extLst>
          </p:cNvPr>
          <p:cNvPicPr>
            <a:picLocks xmlns:a="http://schemas.openxmlformats.org/drawingml/2006/main" noChangeAspect="1"/>
          </p:cNvPicPr>
          <p:nvPr/>
        </p:nvPicPr>
        <p:blipFill>
          <a:blip xmlns:r="http://schemas.openxmlformats.org/officeDocument/2006/relationships" xmlns:a="http://schemas.openxmlformats.org/drawingml/2006/main" r:embed="Ra5334074c70941d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64947480"/>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1606439-A898-4100-B8AB-AE76487C4683}"/>
              </a:ext>
            </a:extLst>
          </p:cNvPr>
          <p:cNvPicPr>
            <a:picLocks xmlns:a="http://schemas.openxmlformats.org/drawingml/2006/main" noChangeAspect="1"/>
          </p:cNvPicPr>
          <p:nvPr/>
        </p:nvPicPr>
        <p:blipFill>
          <a:blip xmlns:r="http://schemas.openxmlformats.org/officeDocument/2006/relationships" xmlns:a="http://schemas.openxmlformats.org/drawingml/2006/main" r:embed="R3c69319da45447e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27710901"/>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789E61C-F8FD-457B-8C58-85C432241F02}"/>
              </a:ext>
            </a:extLst>
          </p:cNvPr>
          <p:cNvPicPr>
            <a:picLocks xmlns:a="http://schemas.openxmlformats.org/drawingml/2006/main" noChangeAspect="1"/>
          </p:cNvPicPr>
          <p:nvPr/>
        </p:nvPicPr>
        <p:blipFill>
          <a:blip xmlns:r="http://schemas.openxmlformats.org/officeDocument/2006/relationships" xmlns:a="http://schemas.openxmlformats.org/drawingml/2006/main" r:embed="Rb014c7c422a64f1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00143754"/>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9AA530E-147B-4EAC-8791-F209ABBA639E}"/>
              </a:ext>
            </a:extLst>
          </p:cNvPr>
          <p:cNvPicPr>
            <a:picLocks xmlns:a="http://schemas.openxmlformats.org/drawingml/2006/main" noChangeAspect="1"/>
          </p:cNvPicPr>
          <p:nvPr/>
        </p:nvPicPr>
        <p:blipFill>
          <a:blip xmlns:r="http://schemas.openxmlformats.org/officeDocument/2006/relationships" xmlns:a="http://schemas.openxmlformats.org/drawingml/2006/main" r:embed="Rb44a37eea3c7479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93515181"/>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2461735-1F3A-4C78-9BE9-1900F3E24690}"/>
              </a:ext>
            </a:extLst>
          </p:cNvPr>
          <p:cNvPicPr>
            <a:picLocks xmlns:a="http://schemas.openxmlformats.org/drawingml/2006/main" noChangeAspect="1"/>
          </p:cNvPicPr>
          <p:nvPr/>
        </p:nvPicPr>
        <p:blipFill>
          <a:blip xmlns:r="http://schemas.openxmlformats.org/officeDocument/2006/relationships" xmlns:a="http://schemas.openxmlformats.org/drawingml/2006/main" r:embed="R8c12b3ae37264e3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65826098"/>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B3722A0-5B48-4E81-8F22-8449A507D60C}"/>
              </a:ext>
            </a:extLst>
          </p:cNvPr>
          <p:cNvPicPr>
            <a:picLocks xmlns:a="http://schemas.openxmlformats.org/drawingml/2006/main" noChangeAspect="1"/>
          </p:cNvPicPr>
          <p:nvPr/>
        </p:nvPicPr>
        <p:blipFill>
          <a:blip xmlns:r="http://schemas.openxmlformats.org/officeDocument/2006/relationships" xmlns:a="http://schemas.openxmlformats.org/drawingml/2006/main" r:embed="R8e05f081bfd6421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54457976"/>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1A78C6E-4355-4731-B38D-5CCCBAB6D035}"/>
              </a:ext>
            </a:extLst>
          </p:cNvPr>
          <p:cNvPicPr>
            <a:picLocks xmlns:a="http://schemas.openxmlformats.org/drawingml/2006/main" noChangeAspect="1"/>
          </p:cNvPicPr>
          <p:nvPr/>
        </p:nvPicPr>
        <p:blipFill>
          <a:blip xmlns:r="http://schemas.openxmlformats.org/officeDocument/2006/relationships" xmlns:a="http://schemas.openxmlformats.org/drawingml/2006/main" r:embed="R30eaeb121aaf426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30076984"/>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E58DB42-68F5-4801-A772-E53BD58BF061}"/>
              </a:ext>
            </a:extLst>
          </p:cNvPr>
          <p:cNvPicPr>
            <a:picLocks xmlns:a="http://schemas.openxmlformats.org/drawingml/2006/main" noChangeAspect="1"/>
          </p:cNvPicPr>
          <p:nvPr/>
        </p:nvPicPr>
        <p:blipFill>
          <a:blip xmlns:r="http://schemas.openxmlformats.org/officeDocument/2006/relationships" xmlns:a="http://schemas.openxmlformats.org/drawingml/2006/main" r:embed="R99958ca2e750411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631471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2026-10-19T15:55:48.4690000Z</dcterms:created>
  <dcterms:modified xsi:type="dcterms:W3CDTF">2026-10-19T15:55:48.4690000Z</dcterms:modified>
</coreProperties>
</file>